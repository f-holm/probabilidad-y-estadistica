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90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173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847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9637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172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9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619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161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381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006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2458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8751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BEAB4-89BE-4E1B-9672-21FED50D39A9}" type="datetimeFigureOut">
              <a:rPr lang="es-AR" smtClean="0"/>
              <a:t>11/5/2021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5DFA6-ACC9-4E74-BC08-C6D6FC4BA27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617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"/>
          <p:cNvSpPr/>
          <p:nvPr/>
        </p:nvSpPr>
        <p:spPr>
          <a:xfrm>
            <a:off x="3437874" y="5856250"/>
            <a:ext cx="4466820" cy="6690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3 Rectángulo"/>
          <p:cNvSpPr/>
          <p:nvPr/>
        </p:nvSpPr>
        <p:spPr>
          <a:xfrm>
            <a:off x="27710" y="166260"/>
            <a:ext cx="9089183" cy="4365104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955705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10" y="908720"/>
            <a:ext cx="8807378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3862"/>
            <a:ext cx="6048672" cy="1551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35744"/>
            <a:ext cx="8640960" cy="1442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Elipse"/>
          <p:cNvSpPr/>
          <p:nvPr/>
        </p:nvSpPr>
        <p:spPr>
          <a:xfrm>
            <a:off x="899592" y="2218238"/>
            <a:ext cx="6408712" cy="305101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" name="6 Conector recto"/>
          <p:cNvCxnSpPr/>
          <p:nvPr/>
        </p:nvCxnSpPr>
        <p:spPr>
          <a:xfrm>
            <a:off x="251520" y="3861048"/>
            <a:ext cx="583264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Elipse"/>
          <p:cNvSpPr/>
          <p:nvPr/>
        </p:nvSpPr>
        <p:spPr>
          <a:xfrm>
            <a:off x="2843808" y="1916832"/>
            <a:ext cx="1188132" cy="129614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"/>
          <p:cNvCxnSpPr/>
          <p:nvPr/>
        </p:nvCxnSpPr>
        <p:spPr>
          <a:xfrm>
            <a:off x="251520" y="4221088"/>
            <a:ext cx="864096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251520" y="4450340"/>
            <a:ext cx="64807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18" y="4653136"/>
            <a:ext cx="8447338" cy="498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251520" y="5301208"/>
                <a:ext cx="133151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=0,4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301208"/>
                <a:ext cx="1331518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281963" y="5795972"/>
                <a:ext cx="1394805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s-MX" b="0" i="1" smtClean="0">
                        <a:latin typeface="Cambria Math"/>
                      </a:rPr>
                      <m:t>=0,</m:t>
                    </m:r>
                  </m:oMath>
                </a14:m>
                <a:r>
                  <a:rPr lang="es-AR" dirty="0" smtClean="0"/>
                  <a:t>33</a:t>
                </a:r>
                <a:endParaRPr lang="es-AR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3" y="5795972"/>
                <a:ext cx="1394805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4688" r="-2146" b="-21875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3491880" y="5268942"/>
                <a:ext cx="1749710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=0,1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5268942"/>
                <a:ext cx="1749710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3491880" y="6032539"/>
                <a:ext cx="1235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/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6032539"/>
                <a:ext cx="1235146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4572000" y="5856250"/>
                <a:ext cx="1143775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856250"/>
                <a:ext cx="1143775" cy="66909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5804489" y="5866721"/>
                <a:ext cx="907621" cy="642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0,1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0,33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89" y="5866721"/>
                <a:ext cx="907621" cy="64203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6740593" y="6025243"/>
                <a:ext cx="11641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=0,3030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593" y="6025243"/>
                <a:ext cx="1164101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80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animBg="1"/>
      <p:bldP spid="8" grpId="0" animBg="1"/>
      <p:bldP spid="13" grpId="0" animBg="1"/>
      <p:bldP spid="19" grpId="0" animBg="1"/>
      <p:bldP spid="20" grpId="0" animBg="1"/>
      <p:bldP spid="21" grpId="0"/>
      <p:bldP spid="22" grpId="0"/>
      <p:bldP spid="23" grpId="0"/>
      <p:bldP spid="2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</Words>
  <Application>Microsoft Office PowerPoint</Application>
  <PresentationFormat>Presentación en pantalla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3</cp:revision>
  <dcterms:created xsi:type="dcterms:W3CDTF">2021-05-11T22:28:48Z</dcterms:created>
  <dcterms:modified xsi:type="dcterms:W3CDTF">2021-05-11T22:53:39Z</dcterms:modified>
</cp:coreProperties>
</file>