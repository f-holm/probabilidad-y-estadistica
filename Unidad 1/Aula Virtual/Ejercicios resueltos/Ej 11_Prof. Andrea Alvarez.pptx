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297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901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687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304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155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036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810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841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886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98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769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D7CCE-64AD-4ECE-B6B9-216F067E9403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E159-0A4D-4207-AFEE-1DA9074356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109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38" y="188640"/>
            <a:ext cx="8465441" cy="79208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-36512" y="1412776"/>
                <a:ext cx="1788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1412776"/>
                <a:ext cx="178869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1559169" y="1412776"/>
                <a:ext cx="1713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∪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169" y="1412776"/>
                <a:ext cx="1713033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4 CuadroTexto"/>
              <p:cNvSpPr txBox="1"/>
              <p:nvPr/>
            </p:nvSpPr>
            <p:spPr>
              <a:xfrm>
                <a:off x="1331640" y="1916832"/>
                <a:ext cx="3895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∪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916832"/>
                <a:ext cx="389581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Forma libre"/>
          <p:cNvSpPr/>
          <p:nvPr/>
        </p:nvSpPr>
        <p:spPr>
          <a:xfrm>
            <a:off x="4015617" y="1625079"/>
            <a:ext cx="900546" cy="328412"/>
          </a:xfrm>
          <a:custGeom>
            <a:avLst/>
            <a:gdLst>
              <a:gd name="connsiteX0" fmla="*/ 900546 w 900546"/>
              <a:gd name="connsiteY0" fmla="*/ 328412 h 328412"/>
              <a:gd name="connsiteX1" fmla="*/ 651164 w 900546"/>
              <a:gd name="connsiteY1" fmla="*/ 92885 h 328412"/>
              <a:gd name="connsiteX2" fmla="*/ 193964 w 900546"/>
              <a:gd name="connsiteY2" fmla="*/ 9757 h 328412"/>
              <a:gd name="connsiteX3" fmla="*/ 0 w 900546"/>
              <a:gd name="connsiteY3" fmla="*/ 300703 h 32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0546" h="328412">
                <a:moveTo>
                  <a:pt x="900546" y="328412"/>
                </a:moveTo>
                <a:cubicBezTo>
                  <a:pt x="834737" y="237203"/>
                  <a:pt x="768928" y="145994"/>
                  <a:pt x="651164" y="92885"/>
                </a:cubicBezTo>
                <a:cubicBezTo>
                  <a:pt x="533400" y="39776"/>
                  <a:pt x="302491" y="-24879"/>
                  <a:pt x="193964" y="9757"/>
                </a:cubicBezTo>
                <a:cubicBezTo>
                  <a:pt x="85437" y="44393"/>
                  <a:pt x="42718" y="172548"/>
                  <a:pt x="0" y="30070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Forma libre"/>
          <p:cNvSpPr/>
          <p:nvPr/>
        </p:nvSpPr>
        <p:spPr>
          <a:xfrm>
            <a:off x="4445108" y="1800897"/>
            <a:ext cx="471055" cy="180303"/>
          </a:xfrm>
          <a:custGeom>
            <a:avLst/>
            <a:gdLst>
              <a:gd name="connsiteX0" fmla="*/ 471055 w 471055"/>
              <a:gd name="connsiteY0" fmla="*/ 180303 h 180303"/>
              <a:gd name="connsiteX1" fmla="*/ 207819 w 471055"/>
              <a:gd name="connsiteY1" fmla="*/ 194 h 180303"/>
              <a:gd name="connsiteX2" fmla="*/ 0 w 471055"/>
              <a:gd name="connsiteY2" fmla="*/ 152594 h 18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055" h="180303">
                <a:moveTo>
                  <a:pt x="471055" y="180303"/>
                </a:moveTo>
                <a:cubicBezTo>
                  <a:pt x="378691" y="92557"/>
                  <a:pt x="286328" y="4812"/>
                  <a:pt x="207819" y="194"/>
                </a:cubicBezTo>
                <a:cubicBezTo>
                  <a:pt x="129310" y="-4424"/>
                  <a:pt x="64655" y="74085"/>
                  <a:pt x="0" y="15259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1248510" y="2411596"/>
                <a:ext cx="464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510" y="2411596"/>
                <a:ext cx="464306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11 CuadroTexto"/>
              <p:cNvSpPr txBox="1"/>
              <p:nvPr/>
            </p:nvSpPr>
            <p:spPr>
              <a:xfrm>
                <a:off x="702102" y="3312049"/>
                <a:ext cx="8550418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  <m:t>∩</m:t>
                                  </m:r>
                                  <m: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s-MX" i="1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  <m:t>𝐵</m:t>
                                  </m:r>
                                  <m: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  <m:t>∩</m:t>
                                  </m:r>
                                  <m:r>
                                    <a:rPr lang="es-MX" b="0" i="1" smtClean="0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02" y="3312049"/>
                <a:ext cx="8550418" cy="40498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7392898" y="3779748"/>
                <a:ext cx="12115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98" y="3779748"/>
                <a:ext cx="1211550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107957" y="4211796"/>
                <a:ext cx="8952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𝐴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s-MX" b="0" i="1" smtClean="0">
                            <a:latin typeface="Cambria Math"/>
                          </a:rPr>
                          <m:t>𝐵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s-MX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=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+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−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𝐴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+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−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𝐴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s-MX" b="0" i="0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s-MX" b="0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s-MX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s-MX" b="0" i="1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7" y="4211796"/>
                <a:ext cx="8952002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49351" y="5003884"/>
                <a:ext cx="9024463" cy="369332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𝑪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+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+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𝑪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𝑪</m:t>
                        </m:r>
                      </m:e>
                    </m:d>
                    <m:r>
                      <a:rPr lang="es-MX" b="1" i="0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s-MX" b="1" dirty="0" smtClean="0">
                    <a:solidFill>
                      <a:schemeClr val="bg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𝑪</m:t>
                        </m:r>
                      </m:e>
                    </m:d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s-MX" b="1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𝑷</m:t>
                    </m:r>
                    <m:d>
                      <m:dPr>
                        <m:ctrlP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𝑨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MX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𝑪</m:t>
                        </m:r>
                      </m:e>
                    </m:d>
                  </m:oMath>
                </a14:m>
                <a:endParaRPr lang="es-AR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1" y="5003884"/>
                <a:ext cx="9024463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13 Forma libre"/>
          <p:cNvSpPr/>
          <p:nvPr/>
        </p:nvSpPr>
        <p:spPr>
          <a:xfrm>
            <a:off x="1039091" y="3245081"/>
            <a:ext cx="2521527" cy="168872"/>
          </a:xfrm>
          <a:custGeom>
            <a:avLst/>
            <a:gdLst>
              <a:gd name="connsiteX0" fmla="*/ 0 w 2521527"/>
              <a:gd name="connsiteY0" fmla="*/ 155017 h 168872"/>
              <a:gd name="connsiteX1" fmla="*/ 83127 w 2521527"/>
              <a:gd name="connsiteY1" fmla="*/ 16472 h 168872"/>
              <a:gd name="connsiteX2" fmla="*/ 443345 w 2521527"/>
              <a:gd name="connsiteY2" fmla="*/ 2617 h 168872"/>
              <a:gd name="connsiteX3" fmla="*/ 1690254 w 2521527"/>
              <a:gd name="connsiteY3" fmla="*/ 2617 h 168872"/>
              <a:gd name="connsiteX4" fmla="*/ 2258291 w 2521527"/>
              <a:gd name="connsiteY4" fmla="*/ 30326 h 168872"/>
              <a:gd name="connsiteX5" fmla="*/ 2521527 w 2521527"/>
              <a:gd name="connsiteY5" fmla="*/ 168872 h 16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1527" h="168872">
                <a:moveTo>
                  <a:pt x="0" y="155017"/>
                </a:moveTo>
                <a:cubicBezTo>
                  <a:pt x="4618" y="98444"/>
                  <a:pt x="9236" y="41872"/>
                  <a:pt x="83127" y="16472"/>
                </a:cubicBezTo>
                <a:cubicBezTo>
                  <a:pt x="157018" y="-8928"/>
                  <a:pt x="443345" y="2617"/>
                  <a:pt x="443345" y="2617"/>
                </a:cubicBezTo>
                <a:lnTo>
                  <a:pt x="1690254" y="2617"/>
                </a:lnTo>
                <a:cubicBezTo>
                  <a:pt x="1992745" y="7235"/>
                  <a:pt x="2119746" y="2617"/>
                  <a:pt x="2258291" y="30326"/>
                </a:cubicBezTo>
                <a:cubicBezTo>
                  <a:pt x="2396836" y="58035"/>
                  <a:pt x="2459181" y="113453"/>
                  <a:pt x="2521527" y="1688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17 Conector recto de flecha"/>
          <p:cNvCxnSpPr/>
          <p:nvPr/>
        </p:nvCxnSpPr>
        <p:spPr>
          <a:xfrm flipH="1">
            <a:off x="2051720" y="2699628"/>
            <a:ext cx="144016" cy="509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Forma libre"/>
          <p:cNvSpPr/>
          <p:nvPr/>
        </p:nvSpPr>
        <p:spPr>
          <a:xfrm>
            <a:off x="7218218" y="3616036"/>
            <a:ext cx="1704109" cy="130392"/>
          </a:xfrm>
          <a:custGeom>
            <a:avLst/>
            <a:gdLst>
              <a:gd name="connsiteX0" fmla="*/ 0 w 1704109"/>
              <a:gd name="connsiteY0" fmla="*/ 0 h 130392"/>
              <a:gd name="connsiteX1" fmla="*/ 69273 w 1704109"/>
              <a:gd name="connsiteY1" fmla="*/ 124691 h 130392"/>
              <a:gd name="connsiteX2" fmla="*/ 318655 w 1704109"/>
              <a:gd name="connsiteY2" fmla="*/ 110837 h 130392"/>
              <a:gd name="connsiteX3" fmla="*/ 1233055 w 1704109"/>
              <a:gd name="connsiteY3" fmla="*/ 96982 h 130392"/>
              <a:gd name="connsiteX4" fmla="*/ 1551709 w 1704109"/>
              <a:gd name="connsiteY4" fmla="*/ 83128 h 130392"/>
              <a:gd name="connsiteX5" fmla="*/ 1704109 w 1704109"/>
              <a:gd name="connsiteY5" fmla="*/ 0 h 130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4109" h="130392">
                <a:moveTo>
                  <a:pt x="0" y="0"/>
                </a:moveTo>
                <a:cubicBezTo>
                  <a:pt x="8082" y="53109"/>
                  <a:pt x="16164" y="106218"/>
                  <a:pt x="69273" y="124691"/>
                </a:cubicBezTo>
                <a:cubicBezTo>
                  <a:pt x="122382" y="143164"/>
                  <a:pt x="318655" y="110837"/>
                  <a:pt x="318655" y="110837"/>
                </a:cubicBezTo>
                <a:lnTo>
                  <a:pt x="1233055" y="96982"/>
                </a:lnTo>
                <a:cubicBezTo>
                  <a:pt x="1438564" y="92364"/>
                  <a:pt x="1473200" y="99292"/>
                  <a:pt x="1551709" y="83128"/>
                </a:cubicBezTo>
                <a:cubicBezTo>
                  <a:pt x="1630218" y="66964"/>
                  <a:pt x="1667163" y="33482"/>
                  <a:pt x="170410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Forma libre"/>
          <p:cNvSpPr/>
          <p:nvPr/>
        </p:nvSpPr>
        <p:spPr>
          <a:xfrm>
            <a:off x="4494131" y="3177325"/>
            <a:ext cx="4525178" cy="217039"/>
          </a:xfrm>
          <a:custGeom>
            <a:avLst/>
            <a:gdLst>
              <a:gd name="connsiteX0" fmla="*/ 8596 w 4525178"/>
              <a:gd name="connsiteY0" fmla="*/ 217039 h 217039"/>
              <a:gd name="connsiteX1" fmla="*/ 188705 w 4525178"/>
              <a:gd name="connsiteY1" fmla="*/ 78493 h 217039"/>
              <a:gd name="connsiteX2" fmla="*/ 1283214 w 4525178"/>
              <a:gd name="connsiteY2" fmla="*/ 9220 h 217039"/>
              <a:gd name="connsiteX3" fmla="*/ 2821069 w 4525178"/>
              <a:gd name="connsiteY3" fmla="*/ 36930 h 217039"/>
              <a:gd name="connsiteX4" fmla="*/ 3735469 w 4525178"/>
              <a:gd name="connsiteY4" fmla="*/ 23075 h 217039"/>
              <a:gd name="connsiteX5" fmla="*/ 4206524 w 4525178"/>
              <a:gd name="connsiteY5" fmla="*/ 9220 h 217039"/>
              <a:gd name="connsiteX6" fmla="*/ 4525178 w 4525178"/>
              <a:gd name="connsiteY6" fmla="*/ 175475 h 21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25178" h="217039">
                <a:moveTo>
                  <a:pt x="8596" y="217039"/>
                </a:moveTo>
                <a:cubicBezTo>
                  <a:pt x="-7568" y="165084"/>
                  <a:pt x="-23731" y="113129"/>
                  <a:pt x="188705" y="78493"/>
                </a:cubicBezTo>
                <a:cubicBezTo>
                  <a:pt x="401141" y="43856"/>
                  <a:pt x="1283214" y="9220"/>
                  <a:pt x="1283214" y="9220"/>
                </a:cubicBezTo>
                <a:lnTo>
                  <a:pt x="2821069" y="36930"/>
                </a:lnTo>
                <a:lnTo>
                  <a:pt x="3735469" y="23075"/>
                </a:lnTo>
                <a:cubicBezTo>
                  <a:pt x="3966378" y="18457"/>
                  <a:pt x="4074906" y="-16180"/>
                  <a:pt x="4206524" y="9220"/>
                </a:cubicBezTo>
                <a:cubicBezTo>
                  <a:pt x="4338142" y="34620"/>
                  <a:pt x="4431660" y="105047"/>
                  <a:pt x="4525178" y="1754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80635" y="2699628"/>
            <a:ext cx="1907589" cy="369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/>
          <p:nvPr/>
        </p:nvCxnSpPr>
        <p:spPr>
          <a:xfrm>
            <a:off x="3059832" y="2699628"/>
            <a:ext cx="792088" cy="6298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52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  <p:bldP spid="8" grpId="0" animBg="1"/>
      <p:bldP spid="9" grpId="0" animBg="1"/>
      <p:bldP spid="11" grpId="0"/>
      <p:bldP spid="12" grpId="0"/>
      <p:bldP spid="13" grpId="0"/>
      <p:bldP spid="15" grpId="0"/>
      <p:bldP spid="16" grpId="0" animBg="1"/>
      <p:bldP spid="14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212</Words>
  <Application>Microsoft Office PowerPoint</Application>
  <PresentationFormat>Presentación en pantalla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5</cp:revision>
  <dcterms:created xsi:type="dcterms:W3CDTF">2021-04-29T16:26:53Z</dcterms:created>
  <dcterms:modified xsi:type="dcterms:W3CDTF">2021-04-29T16:48:31Z</dcterms:modified>
</cp:coreProperties>
</file>