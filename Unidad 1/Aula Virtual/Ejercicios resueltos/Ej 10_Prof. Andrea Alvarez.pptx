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dondear rectángulo de esquina diagonal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A72EB110-B677-4807-B415-13DB86AD74E1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FD7B7E16-E470-41A6-B9D5-D27A72ECEC8F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11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72EB110-B677-4807-B415-13DB86AD74E1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D7B7E16-E470-41A6-B9D5-D27A72ECEC8F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A72EB110-B677-4807-B415-13DB86AD74E1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FD7B7E16-E470-41A6-B9D5-D27A72ECEC8F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72EB110-B677-4807-B415-13DB86AD74E1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FD7B7E16-E470-41A6-B9D5-D27A72ECEC8F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9 Rectángulo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72EB110-B677-4807-B415-13DB86AD74E1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FD7B7E16-E470-41A6-B9D5-D27A72ECEC8F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72EB110-B677-4807-B415-13DB86AD74E1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D7B7E16-E470-41A6-B9D5-D27A72ECEC8F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6 Rectángulo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72EB110-B677-4807-B415-13DB86AD74E1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D7B7E16-E470-41A6-B9D5-D27A72ECEC8F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9" name="8 Marcador de fecha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A72EB110-B677-4807-B415-13DB86AD74E1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FD7B7E16-E470-41A6-B9D5-D27A72ECEC8F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10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3" name="12 Marcador de posición de imagen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s-E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A72EB110-B677-4807-B415-13DB86AD74E1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FD7B7E16-E470-41A6-B9D5-D27A72ECEC8F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72EB110-B677-4807-B415-13DB86AD74E1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D7B7E16-E470-41A6-B9D5-D27A72ECEC8F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72EB110-B677-4807-B415-13DB86AD74E1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D7B7E16-E470-41A6-B9D5-D27A72ECEC8F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dondear rectángulo de esquina diagonal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s-AR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A72EB110-B677-4807-B415-13DB86AD74E1}" type="datetimeFigureOut">
              <a:rPr lang="es-AR" smtClean="0"/>
              <a:t>29/4/2021</a:t>
            </a:fld>
            <a:endParaRPr lang="es-AR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FD7B7E16-E470-41A6-B9D5-D27A72ECEC8F}" type="slidenum">
              <a:rPr lang="es-AR" smtClean="0"/>
              <a:t>‹Nº›</a:t>
            </a:fld>
            <a:endParaRPr lang="es-AR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8640"/>
            <a:ext cx="8496944" cy="792088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07504" y="1396188"/>
            <a:ext cx="1201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8 personas</a:t>
            </a:r>
            <a:endParaRPr lang="es-AR" dirty="0"/>
          </a:p>
        </p:txBody>
      </p:sp>
      <p:sp>
        <p:nvSpPr>
          <p:cNvPr id="5" name="4 CuadroTexto"/>
          <p:cNvSpPr txBox="1"/>
          <p:nvPr/>
        </p:nvSpPr>
        <p:spPr>
          <a:xfrm>
            <a:off x="1691680" y="1099204"/>
            <a:ext cx="383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Al menos 2 cumplan años el mismo día</a:t>
            </a:r>
            <a:endParaRPr lang="es-AR" dirty="0"/>
          </a:p>
        </p:txBody>
      </p:sp>
      <p:sp>
        <p:nvSpPr>
          <p:cNvPr id="6" name="5 CuadroTexto"/>
          <p:cNvSpPr txBox="1"/>
          <p:nvPr/>
        </p:nvSpPr>
        <p:spPr>
          <a:xfrm>
            <a:off x="1691680" y="1854116"/>
            <a:ext cx="366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Todos cumplan años en días distintos</a:t>
            </a:r>
            <a:endParaRPr lang="es-AR" dirty="0"/>
          </a:p>
        </p:txBody>
      </p:sp>
      <p:cxnSp>
        <p:nvCxnSpPr>
          <p:cNvPr id="8" name="7 Conector recto de flecha"/>
          <p:cNvCxnSpPr>
            <a:stCxn id="4" idx="3"/>
            <a:endCxn id="5" idx="1"/>
          </p:cNvCxnSpPr>
          <p:nvPr/>
        </p:nvCxnSpPr>
        <p:spPr>
          <a:xfrm flipV="1">
            <a:off x="1309308" y="1283870"/>
            <a:ext cx="382372" cy="29698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>
            <a:stCxn id="4" idx="3"/>
            <a:endCxn id="6" idx="1"/>
          </p:cNvCxnSpPr>
          <p:nvPr/>
        </p:nvCxnSpPr>
        <p:spPr>
          <a:xfrm>
            <a:off x="1309308" y="1580854"/>
            <a:ext cx="382372" cy="4579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>
            <a:endCxn id="15" idx="0"/>
          </p:cNvCxnSpPr>
          <p:nvPr/>
        </p:nvCxnSpPr>
        <p:spPr>
          <a:xfrm>
            <a:off x="6084168" y="1384327"/>
            <a:ext cx="1166375" cy="10045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>
            <a:endCxn id="15" idx="2"/>
          </p:cNvCxnSpPr>
          <p:nvPr/>
        </p:nvCxnSpPr>
        <p:spPr>
          <a:xfrm flipV="1">
            <a:off x="5940152" y="1854116"/>
            <a:ext cx="1310391" cy="18466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5940152" y="1484784"/>
            <a:ext cx="2620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Sucesos complementarios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15 CuadroTexto"/>
              <p:cNvSpPr txBox="1"/>
              <p:nvPr/>
            </p:nvSpPr>
            <p:spPr>
              <a:xfrm>
                <a:off x="1505525" y="2771636"/>
                <a:ext cx="60188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MX" b="0" i="0" smtClean="0">
                              <a:latin typeface="Cambria Math"/>
                            </a:rPr>
                            <m:t>"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Todos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cumplan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ñ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os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en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d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í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distintos</m:t>
                          </m:r>
                          <m:r>
                            <m:rPr>
                              <m:nor/>
                            </m:rPr>
                            <a:rPr lang="es-AR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b="0" i="0" dirty="0" smtClean="0"/>
                            <m:t>"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=???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25" y="2771636"/>
                <a:ext cx="6018804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16 CuadroTexto"/>
              <p:cNvSpPr txBox="1"/>
              <p:nvPr/>
            </p:nvSpPr>
            <p:spPr>
              <a:xfrm>
                <a:off x="1233224" y="3212976"/>
                <a:ext cx="14021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𝑛</m:t>
                      </m:r>
                      <m:r>
                        <a:rPr lang="es-MX" b="0" i="1" smtClean="0">
                          <a:latin typeface="Cambria Math"/>
                        </a:rPr>
                        <m:t>° </m:t>
                      </m:r>
                      <m:r>
                        <a:rPr lang="es-MX" b="0" i="1" smtClean="0">
                          <a:latin typeface="Cambria Math"/>
                        </a:rPr>
                        <m:t>𝑑𝑒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𝑐</m:t>
                      </m:r>
                      <m:r>
                        <a:rPr lang="es-MX" b="0" i="1" smtClean="0">
                          <a:latin typeface="Cambria Math"/>
                        </a:rPr>
                        <m:t>.</m:t>
                      </m:r>
                      <m:r>
                        <a:rPr lang="es-MX" b="0" i="1" smtClean="0">
                          <a:latin typeface="Cambria Math"/>
                        </a:rPr>
                        <m:t>𝑝</m:t>
                      </m:r>
                      <m:r>
                        <a:rPr lang="es-MX" b="0" i="1" smtClean="0">
                          <a:latin typeface="Cambria Math"/>
                        </a:rPr>
                        <m:t>.=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7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24" y="3212976"/>
                <a:ext cx="1402115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18 CuadroTexto"/>
              <p:cNvSpPr txBox="1"/>
              <p:nvPr/>
            </p:nvSpPr>
            <p:spPr>
              <a:xfrm>
                <a:off x="1187624" y="3707740"/>
                <a:ext cx="1404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𝑛</m:t>
                      </m:r>
                      <m:r>
                        <a:rPr lang="es-MX" b="0" i="1" smtClean="0">
                          <a:latin typeface="Cambria Math"/>
                        </a:rPr>
                        <m:t>° </m:t>
                      </m:r>
                      <m:r>
                        <a:rPr lang="es-MX" b="0" i="1" smtClean="0">
                          <a:latin typeface="Cambria Math"/>
                        </a:rPr>
                        <m:t>𝑑𝑒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𝑐</m:t>
                      </m:r>
                      <m:r>
                        <a:rPr lang="es-MX" b="0" i="1" smtClean="0">
                          <a:latin typeface="Cambria Math"/>
                        </a:rPr>
                        <m:t>.</m:t>
                      </m:r>
                      <m:r>
                        <a:rPr lang="es-MX" b="0" i="1" smtClean="0">
                          <a:latin typeface="Cambria Math"/>
                        </a:rPr>
                        <m:t>𝑓</m:t>
                      </m:r>
                      <m:r>
                        <a:rPr lang="es-MX" b="0" i="1" smtClean="0">
                          <a:latin typeface="Cambria Math"/>
                        </a:rPr>
                        <m:t>.=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9" name="1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707740"/>
                <a:ext cx="1404423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17 CuadroTexto"/>
              <p:cNvSpPr txBox="1"/>
              <p:nvPr/>
            </p:nvSpPr>
            <p:spPr>
              <a:xfrm>
                <a:off x="2635339" y="3187453"/>
                <a:ext cx="7296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/>
                            </a:rPr>
                            <m:t>365</m:t>
                          </m:r>
                        </m:e>
                        <m:sup>
                          <m:r>
                            <a:rPr lang="es-MX" b="0" i="1" smtClean="0">
                              <a:latin typeface="Cambria Math"/>
                            </a:rPr>
                            <m:t>8</m:t>
                          </m:r>
                        </m:sup>
                      </m:sSup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8" name="1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339" y="3187453"/>
                <a:ext cx="729622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19 CuadroTexto"/>
              <p:cNvSpPr txBox="1"/>
              <p:nvPr/>
            </p:nvSpPr>
            <p:spPr>
              <a:xfrm>
                <a:off x="2628978" y="3698258"/>
                <a:ext cx="36519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365.364.363.362.361.360.359.358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0" name="1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78" y="3698258"/>
                <a:ext cx="3651962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21 CuadroTexto"/>
              <p:cNvSpPr txBox="1"/>
              <p:nvPr/>
            </p:nvSpPr>
            <p:spPr>
              <a:xfrm>
                <a:off x="536943" y="4199755"/>
                <a:ext cx="8087534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MX" b="0" i="0" smtClean="0">
                              <a:latin typeface="Cambria Math"/>
                            </a:rPr>
                            <m:t>"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Todos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cumplan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ñ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os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en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d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í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distintos</m:t>
                          </m:r>
                          <m:r>
                            <m:rPr>
                              <m:nor/>
                            </m:rPr>
                            <a:rPr lang="es-AR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b="0" i="0" dirty="0" smtClean="0"/>
                            <m:t>"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365.364.363.362.361.360.359.358</m:t>
                          </m:r>
                          <m:r>
                            <m:rPr>
                              <m:nor/>
                            </m:rPr>
                            <a:rPr lang="es-AR" dirty="0"/>
                            <m:t> </m:t>
                          </m:r>
                        </m:num>
                        <m:den>
                          <m:sSup>
                            <m:sSup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365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43" y="4199755"/>
                <a:ext cx="8087534" cy="618374"/>
              </a:xfrm>
              <a:prstGeom prst="rect">
                <a:avLst/>
              </a:prstGeom>
              <a:blipFill rotWithShape="1">
                <a:blip r:embed="rId8"/>
                <a:stretch>
                  <a:fillRect r="-286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20 CuadroTexto"/>
              <p:cNvSpPr txBox="1"/>
              <p:nvPr/>
            </p:nvSpPr>
            <p:spPr>
              <a:xfrm>
                <a:off x="-108520" y="5063851"/>
                <a:ext cx="48815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"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Al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menos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2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cumplan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ñ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os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el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mismo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d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í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s-MX" b="0" i="0" dirty="0" smtClean="0"/>
                            <m:t>"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1" name="2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520" y="5063851"/>
                <a:ext cx="4881529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23 CuadroTexto"/>
              <p:cNvSpPr txBox="1"/>
              <p:nvPr/>
            </p:nvSpPr>
            <p:spPr>
              <a:xfrm>
                <a:off x="4427984" y="5063851"/>
                <a:ext cx="49264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=1−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MX" b="0" i="0" smtClean="0">
                              <a:latin typeface="Cambria Math"/>
                            </a:rPr>
                            <m:t>"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Todos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cumplan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ñ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os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en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d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í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a:rPr lang="es-MX" i="1" dirty="0" smtClean="0">
                              <a:latin typeface="Cambria Math"/>
                              <a:ea typeface="Cambria Math"/>
                            </a:rPr>
                            <m:t>≠</m:t>
                          </m:r>
                          <m:r>
                            <m:rPr>
                              <m:nor/>
                            </m:rPr>
                            <a:rPr lang="es-MX" b="0" i="0" dirty="0" smtClean="0"/>
                            <m:t>"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4" name="2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5063851"/>
                <a:ext cx="4926413" cy="369332"/>
              </a:xfrm>
              <a:prstGeom prst="rect">
                <a:avLst/>
              </a:prstGeom>
              <a:blipFill rotWithShape="1"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24 CuadroTexto"/>
              <p:cNvSpPr txBox="1"/>
              <p:nvPr/>
            </p:nvSpPr>
            <p:spPr>
              <a:xfrm>
                <a:off x="35496" y="5579948"/>
                <a:ext cx="8635762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"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Al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menos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2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cumplan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ñ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os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el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mismo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d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í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s-MX" b="0" i="0" dirty="0" smtClean="0"/>
                            <m:t>"</m:t>
                          </m:r>
                          <m:r>
                            <m:rPr>
                              <m:nor/>
                            </m:rPr>
                            <a:rPr lang="es-AR" dirty="0" smtClean="0"/>
                            <m:t> 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=1−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365.364.363.362.361.360.359.358</m:t>
                          </m:r>
                          <m:r>
                            <m:rPr>
                              <m:nor/>
                            </m:rPr>
                            <a:rPr lang="es-AR" dirty="0"/>
                            <m:t> </m:t>
                          </m:r>
                        </m:num>
                        <m:den>
                          <m:sSup>
                            <m:sSupPr>
                              <m:ctrlPr>
                                <a:rPr lang="es-MX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latin typeface="Cambria Math"/>
                                </a:rPr>
                                <m:t>365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5579948"/>
                <a:ext cx="8635762" cy="618374"/>
              </a:xfrm>
              <a:prstGeom prst="rect">
                <a:avLst/>
              </a:prstGeom>
              <a:blipFill rotWithShape="1">
                <a:blip r:embed="rId11"/>
                <a:stretch>
                  <a:fillRect r="-289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25 CuadroTexto"/>
              <p:cNvSpPr txBox="1"/>
              <p:nvPr/>
            </p:nvSpPr>
            <p:spPr>
              <a:xfrm>
                <a:off x="1340024" y="6228020"/>
                <a:ext cx="5968280" cy="369332"/>
              </a:xfrm>
              <a:prstGeom prst="rect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"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Al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menos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2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cumplan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ñ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os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el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mismo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d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í</m:t>
                          </m:r>
                          <m:r>
                            <m:rPr>
                              <m:nor/>
                            </m:rPr>
                            <a:rPr lang="es-MX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s-MX" b="0" i="0" dirty="0" smtClean="0"/>
                            <m:t>"</m:t>
                          </m:r>
                          <m:r>
                            <m:rPr>
                              <m:nor/>
                            </m:rPr>
                            <a:rPr lang="es-AR" dirty="0" smtClean="0"/>
                            <m:t> 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=0,07434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6" name="2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024" y="6228020"/>
                <a:ext cx="5968280" cy="369332"/>
              </a:xfrm>
              <a:prstGeom prst="rect">
                <a:avLst/>
              </a:prstGeom>
              <a:blipFill rotWithShape="1">
                <a:blip r:embed="rId12"/>
                <a:stretch>
                  <a:fillRect b="-9091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22 Abrir llave"/>
          <p:cNvSpPr/>
          <p:nvPr/>
        </p:nvSpPr>
        <p:spPr>
          <a:xfrm>
            <a:off x="1043608" y="3187453"/>
            <a:ext cx="288032" cy="88961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427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5" grpId="0"/>
      <p:bldP spid="16" grpId="0"/>
      <p:bldP spid="17" grpId="0"/>
      <p:bldP spid="19" grpId="0"/>
      <p:bldP spid="18" grpId="0"/>
      <p:bldP spid="20" grpId="0"/>
      <p:bldP spid="22" grpId="0"/>
      <p:bldP spid="21" grpId="0"/>
      <p:bldP spid="24" grpId="0"/>
      <p:bldP spid="25" grpId="0"/>
      <p:bldP spid="26" grpId="0" animBg="1"/>
      <p:bldP spid="23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undición">
  <a:themeElements>
    <a:clrScheme name="Fundición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undición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undició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47</TotalTime>
  <Words>121</Words>
  <Application>Microsoft Office PowerPoint</Application>
  <PresentationFormat>Presentación en pantalla (4:3)</PresentationFormat>
  <Paragraphs>14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Fundición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</dc:creator>
  <cp:lastModifiedBy>Andrea</cp:lastModifiedBy>
  <cp:revision>5</cp:revision>
  <dcterms:created xsi:type="dcterms:W3CDTF">2021-04-29T15:38:22Z</dcterms:created>
  <dcterms:modified xsi:type="dcterms:W3CDTF">2021-04-29T16:25:24Z</dcterms:modified>
</cp:coreProperties>
</file>