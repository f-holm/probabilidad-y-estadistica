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5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7F1B1540-613A-4F8D-BFFC-A2C8F3BB35C5}" type="slidenum">
              <a:rPr lang="es-AR" smtClean="0"/>
              <a:t>‹Nº›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4BBF439-7F10-4CEA-9A18-B530C88DF604}" type="datetimeFigureOut">
              <a:rPr lang="es-AR" smtClean="0"/>
              <a:t>28/4/2021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44 Rectángulo"/>
          <p:cNvSpPr/>
          <p:nvPr/>
        </p:nvSpPr>
        <p:spPr>
          <a:xfrm>
            <a:off x="2780612" y="4859868"/>
            <a:ext cx="2502728" cy="6573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827584" y="3573016"/>
            <a:ext cx="972108" cy="5040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496944" cy="136429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8 Disco magnético"/>
          <p:cNvSpPr/>
          <p:nvPr/>
        </p:nvSpPr>
        <p:spPr>
          <a:xfrm>
            <a:off x="971600" y="2060848"/>
            <a:ext cx="2448272" cy="1296144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1187624" y="249289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1187624" y="2960948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1492424" y="279769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2087724" y="295009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Elipse"/>
          <p:cNvSpPr/>
          <p:nvPr/>
        </p:nvSpPr>
        <p:spPr>
          <a:xfrm>
            <a:off x="2447764" y="310249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2735796" y="2708920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2102024" y="2636912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Elipse"/>
          <p:cNvSpPr/>
          <p:nvPr/>
        </p:nvSpPr>
        <p:spPr>
          <a:xfrm>
            <a:off x="1763688" y="2633165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Elipse"/>
          <p:cNvSpPr/>
          <p:nvPr/>
        </p:nvSpPr>
        <p:spPr>
          <a:xfrm>
            <a:off x="1756284" y="3121732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Elipse"/>
          <p:cNvSpPr/>
          <p:nvPr/>
        </p:nvSpPr>
        <p:spPr>
          <a:xfrm>
            <a:off x="3084984" y="2746559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1" name="20 Conector recto de flecha"/>
          <p:cNvCxnSpPr/>
          <p:nvPr/>
        </p:nvCxnSpPr>
        <p:spPr>
          <a:xfrm flipV="1">
            <a:off x="3084984" y="2060848"/>
            <a:ext cx="206308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CuadroTexto"/>
          <p:cNvSpPr txBox="1"/>
          <p:nvPr/>
        </p:nvSpPr>
        <p:spPr>
          <a:xfrm>
            <a:off x="5283340" y="1867962"/>
            <a:ext cx="20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“Se extraen 3 bolas”</a:t>
            </a:r>
            <a:endParaRPr lang="es-AR" dirty="0"/>
          </a:p>
        </p:txBody>
      </p:sp>
      <p:sp>
        <p:nvSpPr>
          <p:cNvPr id="23" name="22 CuadroTexto"/>
          <p:cNvSpPr txBox="1"/>
          <p:nvPr/>
        </p:nvSpPr>
        <p:spPr>
          <a:xfrm>
            <a:off x="5600974" y="2267580"/>
            <a:ext cx="1491306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dirty="0" smtClean="0"/>
              <a:t>Sin reposición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23 CuadroTexto"/>
              <p:cNvSpPr txBox="1"/>
              <p:nvPr/>
            </p:nvSpPr>
            <p:spPr>
              <a:xfrm>
                <a:off x="179512" y="3573016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573016"/>
                <a:ext cx="467629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25 Elipse"/>
          <p:cNvSpPr/>
          <p:nvPr/>
        </p:nvSpPr>
        <p:spPr>
          <a:xfrm>
            <a:off x="1043608" y="375303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Elipse"/>
          <p:cNvSpPr/>
          <p:nvPr/>
        </p:nvSpPr>
        <p:spPr>
          <a:xfrm>
            <a:off x="1295636" y="3758597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27 Elipse"/>
          <p:cNvSpPr/>
          <p:nvPr/>
        </p:nvSpPr>
        <p:spPr>
          <a:xfrm>
            <a:off x="1547664" y="3747475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CuadroTexto"/>
          <p:cNvSpPr txBox="1"/>
          <p:nvPr/>
        </p:nvSpPr>
        <p:spPr>
          <a:xfrm>
            <a:off x="539552" y="4437112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1°</a:t>
            </a:r>
            <a:endParaRPr lang="es-AR" dirty="0"/>
          </a:p>
        </p:txBody>
      </p:sp>
      <p:sp>
        <p:nvSpPr>
          <p:cNvPr id="31" name="30 CuadroTexto"/>
          <p:cNvSpPr txBox="1"/>
          <p:nvPr/>
        </p:nvSpPr>
        <p:spPr>
          <a:xfrm>
            <a:off x="1311448" y="4437112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</a:t>
            </a:r>
            <a:r>
              <a:rPr lang="es-MX" dirty="0" smtClean="0"/>
              <a:t>°</a:t>
            </a:r>
            <a:endParaRPr lang="es-AR" dirty="0"/>
          </a:p>
        </p:txBody>
      </p:sp>
      <p:sp>
        <p:nvSpPr>
          <p:cNvPr id="32" name="31 CuadroTexto"/>
          <p:cNvSpPr txBox="1"/>
          <p:nvPr/>
        </p:nvSpPr>
        <p:spPr>
          <a:xfrm>
            <a:off x="1959520" y="4437112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3</a:t>
            </a:r>
            <a:r>
              <a:rPr lang="es-MX" dirty="0" smtClean="0"/>
              <a:t>°</a:t>
            </a:r>
            <a:endParaRPr lang="es-AR" dirty="0"/>
          </a:p>
        </p:txBody>
      </p:sp>
      <p:cxnSp>
        <p:nvCxnSpPr>
          <p:cNvPr id="33" name="32 Conector recto de flecha"/>
          <p:cNvCxnSpPr>
            <a:stCxn id="29" idx="0"/>
          </p:cNvCxnSpPr>
          <p:nvPr/>
        </p:nvCxnSpPr>
        <p:spPr>
          <a:xfrm flipV="1">
            <a:off x="729668" y="3942348"/>
            <a:ext cx="313940" cy="4947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 de flecha"/>
          <p:cNvCxnSpPr>
            <a:stCxn id="31" idx="0"/>
            <a:endCxn id="27" idx="5"/>
          </p:cNvCxnSpPr>
          <p:nvPr/>
        </p:nvCxnSpPr>
        <p:spPr>
          <a:xfrm flipH="1" flipV="1">
            <a:off x="1387830" y="3850791"/>
            <a:ext cx="113734" cy="5863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stCxn id="32" idx="0"/>
          </p:cNvCxnSpPr>
          <p:nvPr/>
        </p:nvCxnSpPr>
        <p:spPr>
          <a:xfrm flipH="1" flipV="1">
            <a:off x="1655676" y="3866609"/>
            <a:ext cx="493960" cy="5705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CuadroTexto"/>
          <p:cNvSpPr txBox="1"/>
          <p:nvPr/>
        </p:nvSpPr>
        <p:spPr>
          <a:xfrm>
            <a:off x="647141" y="5013176"/>
            <a:ext cx="1664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“En este orden”</a:t>
            </a:r>
            <a:endParaRPr lang="es-AR" dirty="0"/>
          </a:p>
        </p:txBody>
      </p:sp>
      <p:sp>
        <p:nvSpPr>
          <p:cNvPr id="41" name="40 Cerrar llave"/>
          <p:cNvSpPr/>
          <p:nvPr/>
        </p:nvSpPr>
        <p:spPr>
          <a:xfrm rot="5400000">
            <a:off x="1243953" y="3989385"/>
            <a:ext cx="432048" cy="17595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41 CuadroTexto"/>
              <p:cNvSpPr txBox="1"/>
              <p:nvPr/>
            </p:nvSpPr>
            <p:spPr>
              <a:xfrm>
                <a:off x="2735796" y="3747475"/>
                <a:ext cx="1791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2" name="4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796" y="3747475"/>
                <a:ext cx="179138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43 CuadroTexto"/>
              <p:cNvSpPr txBox="1"/>
              <p:nvPr/>
            </p:nvSpPr>
            <p:spPr>
              <a:xfrm>
                <a:off x="4436796" y="3744742"/>
                <a:ext cx="36667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=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MX" b="0" i="1" smtClean="0">
                        <a:latin typeface="Cambria Math"/>
                      </a:rPr>
                      <m:t>. 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s-MX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dirty="0" smtClean="0"/>
                  <a:t> .</a:t>
                </a:r>
                <a:r>
                  <a:rPr lang="es-MX" b="0" dirty="0" smtClean="0"/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s-MX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  <a:ea typeface="Cambria Math"/>
                              </a:rPr>
                              <m:t>∩</m:t>
                            </m:r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44" name="4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796" y="3744742"/>
                <a:ext cx="366670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42 CuadroTexto"/>
              <p:cNvSpPr txBox="1"/>
              <p:nvPr/>
            </p:nvSpPr>
            <p:spPr>
              <a:xfrm>
                <a:off x="4427984" y="4149080"/>
                <a:ext cx="132119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3" name="4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149080"/>
                <a:ext cx="1321196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45 CuadroTexto"/>
              <p:cNvSpPr txBox="1"/>
              <p:nvPr/>
            </p:nvSpPr>
            <p:spPr>
              <a:xfrm>
                <a:off x="4427984" y="4895208"/>
                <a:ext cx="731289" cy="610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6" name="4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895208"/>
                <a:ext cx="731289" cy="61087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46 CuadroTexto"/>
              <p:cNvSpPr txBox="1"/>
              <p:nvPr/>
            </p:nvSpPr>
            <p:spPr>
              <a:xfrm>
                <a:off x="2780612" y="4994592"/>
                <a:ext cx="1791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7" name="4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612" y="4994592"/>
                <a:ext cx="179138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60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5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23" grpId="0" animBg="1"/>
      <p:bldP spid="24" grpId="0"/>
      <p:bldP spid="26" grpId="0" animBg="1"/>
      <p:bldP spid="27" grpId="0" animBg="1"/>
      <p:bldP spid="28" grpId="0" animBg="1"/>
      <p:bldP spid="29" grpId="0"/>
      <p:bldP spid="31" grpId="0"/>
      <p:bldP spid="32" grpId="0"/>
      <p:bldP spid="38" grpId="0"/>
      <p:bldP spid="41" grpId="0" animBg="1"/>
      <p:bldP spid="42" grpId="0"/>
      <p:bldP spid="44" grpId="0"/>
      <p:bldP spid="43" grpId="0"/>
      <p:bldP spid="46" grpId="0"/>
      <p:bldP spid="4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44 Rectángulo"/>
          <p:cNvSpPr/>
          <p:nvPr/>
        </p:nvSpPr>
        <p:spPr>
          <a:xfrm>
            <a:off x="2780612" y="6084004"/>
            <a:ext cx="2502728" cy="6573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827584" y="3573016"/>
            <a:ext cx="972108" cy="5040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496944" cy="136429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8 Disco magnético"/>
          <p:cNvSpPr/>
          <p:nvPr/>
        </p:nvSpPr>
        <p:spPr>
          <a:xfrm>
            <a:off x="971600" y="2060848"/>
            <a:ext cx="2448272" cy="1296144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1187624" y="249289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1187624" y="2960948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1492424" y="279769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2087724" y="295009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Elipse"/>
          <p:cNvSpPr/>
          <p:nvPr/>
        </p:nvSpPr>
        <p:spPr>
          <a:xfrm>
            <a:off x="2447764" y="310249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2735796" y="2708920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2102024" y="2636912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Elipse"/>
          <p:cNvSpPr/>
          <p:nvPr/>
        </p:nvSpPr>
        <p:spPr>
          <a:xfrm>
            <a:off x="1763688" y="2633165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Elipse"/>
          <p:cNvSpPr/>
          <p:nvPr/>
        </p:nvSpPr>
        <p:spPr>
          <a:xfrm>
            <a:off x="1756284" y="3121732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Elipse"/>
          <p:cNvSpPr/>
          <p:nvPr/>
        </p:nvSpPr>
        <p:spPr>
          <a:xfrm>
            <a:off x="3084984" y="2746559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1" name="20 Conector recto de flecha"/>
          <p:cNvCxnSpPr/>
          <p:nvPr/>
        </p:nvCxnSpPr>
        <p:spPr>
          <a:xfrm flipV="1">
            <a:off x="3084984" y="2060848"/>
            <a:ext cx="206308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CuadroTexto"/>
          <p:cNvSpPr txBox="1"/>
          <p:nvPr/>
        </p:nvSpPr>
        <p:spPr>
          <a:xfrm>
            <a:off x="5283340" y="1867962"/>
            <a:ext cx="20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“Se extraen 3 bolas”</a:t>
            </a:r>
            <a:endParaRPr lang="es-AR" dirty="0"/>
          </a:p>
        </p:txBody>
      </p:sp>
      <p:sp>
        <p:nvSpPr>
          <p:cNvPr id="23" name="22 CuadroTexto"/>
          <p:cNvSpPr txBox="1"/>
          <p:nvPr/>
        </p:nvSpPr>
        <p:spPr>
          <a:xfrm>
            <a:off x="5600974" y="2267580"/>
            <a:ext cx="1491306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dirty="0" smtClean="0"/>
              <a:t>Sin reposición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23 CuadroTexto"/>
              <p:cNvSpPr txBox="1"/>
              <p:nvPr/>
            </p:nvSpPr>
            <p:spPr>
              <a:xfrm>
                <a:off x="179512" y="3573016"/>
                <a:ext cx="463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573016"/>
                <a:ext cx="463845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25 Elipse"/>
          <p:cNvSpPr/>
          <p:nvPr/>
        </p:nvSpPr>
        <p:spPr>
          <a:xfrm>
            <a:off x="1043608" y="375303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Elipse"/>
          <p:cNvSpPr/>
          <p:nvPr/>
        </p:nvSpPr>
        <p:spPr>
          <a:xfrm>
            <a:off x="1295636" y="3758597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27 Elipse"/>
          <p:cNvSpPr/>
          <p:nvPr/>
        </p:nvSpPr>
        <p:spPr>
          <a:xfrm>
            <a:off x="1547664" y="3747475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41 CuadroTexto"/>
              <p:cNvSpPr txBox="1"/>
              <p:nvPr/>
            </p:nvSpPr>
            <p:spPr>
              <a:xfrm>
                <a:off x="1763688" y="3747475"/>
                <a:ext cx="1791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2" name="4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3747475"/>
                <a:ext cx="179138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43 CuadroTexto"/>
              <p:cNvSpPr txBox="1"/>
              <p:nvPr/>
            </p:nvSpPr>
            <p:spPr>
              <a:xfrm>
                <a:off x="3464688" y="3744742"/>
                <a:ext cx="36667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=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MX" b="0" i="1" smtClean="0">
                        <a:latin typeface="Cambria Math"/>
                      </a:rPr>
                      <m:t>. 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s-MX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dirty="0" smtClean="0"/>
                  <a:t> .</a:t>
                </a:r>
                <a:r>
                  <a:rPr lang="es-MX" b="0" dirty="0" smtClean="0"/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s-MX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  <a:ea typeface="Cambria Math"/>
                              </a:rPr>
                              <m:t>∩</m:t>
                            </m:r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44" name="4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688" y="3744742"/>
                <a:ext cx="366670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42 CuadroTexto"/>
              <p:cNvSpPr txBox="1"/>
              <p:nvPr/>
            </p:nvSpPr>
            <p:spPr>
              <a:xfrm>
                <a:off x="6948264" y="3623042"/>
                <a:ext cx="132119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3" name="4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3623042"/>
                <a:ext cx="1321196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45 CuadroTexto"/>
              <p:cNvSpPr txBox="1"/>
              <p:nvPr/>
            </p:nvSpPr>
            <p:spPr>
              <a:xfrm>
                <a:off x="4427984" y="6119344"/>
                <a:ext cx="731290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21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6" name="4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6119344"/>
                <a:ext cx="731290" cy="63658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46 CuadroTexto"/>
              <p:cNvSpPr txBox="1"/>
              <p:nvPr/>
            </p:nvSpPr>
            <p:spPr>
              <a:xfrm>
                <a:off x="2780612" y="5533820"/>
                <a:ext cx="1563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𝑅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𝑅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7" name="4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612" y="5533820"/>
                <a:ext cx="1563761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35 Rectángulo"/>
          <p:cNvSpPr/>
          <p:nvPr/>
        </p:nvSpPr>
        <p:spPr>
          <a:xfrm>
            <a:off x="827584" y="4293096"/>
            <a:ext cx="972108" cy="5040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38 Elipse"/>
          <p:cNvSpPr/>
          <p:nvPr/>
        </p:nvSpPr>
        <p:spPr>
          <a:xfrm>
            <a:off x="1043608" y="4473116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39 Elipse"/>
          <p:cNvSpPr/>
          <p:nvPr/>
        </p:nvSpPr>
        <p:spPr>
          <a:xfrm>
            <a:off x="1601670" y="4453865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8" name="47 Elipse"/>
          <p:cNvSpPr/>
          <p:nvPr/>
        </p:nvSpPr>
        <p:spPr>
          <a:xfrm>
            <a:off x="1295636" y="4465655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9" name="48 Rectángulo"/>
          <p:cNvSpPr/>
          <p:nvPr/>
        </p:nvSpPr>
        <p:spPr>
          <a:xfrm>
            <a:off x="827584" y="5085184"/>
            <a:ext cx="972108" cy="5040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0" name="49 Elipse"/>
          <p:cNvSpPr/>
          <p:nvPr/>
        </p:nvSpPr>
        <p:spPr>
          <a:xfrm>
            <a:off x="1583668" y="5259643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1" name="50 Elipse"/>
          <p:cNvSpPr/>
          <p:nvPr/>
        </p:nvSpPr>
        <p:spPr>
          <a:xfrm>
            <a:off x="1295636" y="5270765"/>
            <a:ext cx="108012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2" name="51 Elipse"/>
          <p:cNvSpPr/>
          <p:nvPr/>
        </p:nvSpPr>
        <p:spPr>
          <a:xfrm>
            <a:off x="1007604" y="5264268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52 CuadroTexto"/>
              <p:cNvSpPr txBox="1"/>
              <p:nvPr/>
            </p:nvSpPr>
            <p:spPr>
              <a:xfrm>
                <a:off x="1763688" y="4334995"/>
                <a:ext cx="18594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3" name="5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4334995"/>
                <a:ext cx="1859483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53 CuadroTexto"/>
              <p:cNvSpPr txBox="1"/>
              <p:nvPr/>
            </p:nvSpPr>
            <p:spPr>
              <a:xfrm>
                <a:off x="3475292" y="4341957"/>
                <a:ext cx="36653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=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MX" b="0" i="1" smtClean="0">
                        <a:latin typeface="Cambria Math"/>
                      </a:rPr>
                      <m:t>. 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s-MX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dirty="0" smtClean="0"/>
                  <a:t> .</a:t>
                </a:r>
                <a:r>
                  <a:rPr lang="es-MX" b="0" dirty="0" smtClean="0"/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s-MX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  <a:ea typeface="Cambria Math"/>
                              </a:rPr>
                              <m:t>∩</m:t>
                            </m:r>
                            <m:r>
                              <a:rPr lang="es-MX" b="0" i="1" smtClean="0">
                                <a:latin typeface="Cambria Math"/>
                                <a:ea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54" name="5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292" y="4341957"/>
                <a:ext cx="3665362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54 CuadroTexto"/>
              <p:cNvSpPr txBox="1"/>
              <p:nvPr/>
            </p:nvSpPr>
            <p:spPr>
              <a:xfrm>
                <a:off x="6948264" y="4221088"/>
                <a:ext cx="132119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5" name="5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4221088"/>
                <a:ext cx="1321196" cy="6127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55 CuadroTexto"/>
              <p:cNvSpPr txBox="1"/>
              <p:nvPr/>
            </p:nvSpPr>
            <p:spPr>
              <a:xfrm>
                <a:off x="1763688" y="5090415"/>
                <a:ext cx="1791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6" name="5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090415"/>
                <a:ext cx="1791388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56 CuadroTexto"/>
              <p:cNvSpPr txBox="1"/>
              <p:nvPr/>
            </p:nvSpPr>
            <p:spPr>
              <a:xfrm>
                <a:off x="3475292" y="5097377"/>
                <a:ext cx="3664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=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MX" b="0" i="1" smtClean="0">
                        <a:latin typeface="Cambria Math"/>
                      </a:rPr>
                      <m:t>. </m:t>
                    </m:r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s-MX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dirty="0" smtClean="0"/>
                  <a:t> .</a:t>
                </a:r>
                <a:r>
                  <a:rPr lang="es-MX" b="0" dirty="0" smtClean="0"/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s-MX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MX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/>
                                <a:ea typeface="Cambria Math"/>
                              </a:rPr>
                              <m:t>∩</m:t>
                            </m:r>
                            <m:r>
                              <a:rPr lang="es-MX" b="0" i="1" smtClean="0">
                                <a:latin typeface="Cambria Math"/>
                                <a:ea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57" name="5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292" y="5097377"/>
                <a:ext cx="3664016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57 CuadroTexto"/>
              <p:cNvSpPr txBox="1"/>
              <p:nvPr/>
            </p:nvSpPr>
            <p:spPr>
              <a:xfrm>
                <a:off x="6948264" y="4976508"/>
                <a:ext cx="132119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8" name="5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4976508"/>
                <a:ext cx="1321196" cy="6127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59 CuadroTexto"/>
              <p:cNvSpPr txBox="1"/>
              <p:nvPr/>
            </p:nvSpPr>
            <p:spPr>
              <a:xfrm>
                <a:off x="4211960" y="5408556"/>
                <a:ext cx="1590499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=3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  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0" name="5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5408556"/>
                <a:ext cx="1590499" cy="6127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60 CuadroTexto"/>
              <p:cNvSpPr txBox="1"/>
              <p:nvPr/>
            </p:nvSpPr>
            <p:spPr>
              <a:xfrm>
                <a:off x="2933012" y="6228020"/>
                <a:ext cx="1563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𝑅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𝑅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1" name="6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012" y="6228020"/>
                <a:ext cx="1563761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7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5" grpId="0" animBg="1"/>
      <p:bldP spid="24" grpId="0"/>
      <p:bldP spid="26" grpId="0" animBg="1"/>
      <p:bldP spid="27" grpId="0" animBg="1"/>
      <p:bldP spid="28" grpId="0" animBg="1"/>
      <p:bldP spid="42" grpId="0"/>
      <p:bldP spid="44" grpId="0"/>
      <p:bldP spid="43" grpId="0"/>
      <p:bldP spid="46" grpId="0"/>
      <p:bldP spid="47" grpId="0"/>
      <p:bldP spid="36" grpId="0" animBg="1"/>
      <p:bldP spid="39" grpId="0" animBg="1"/>
      <p:bldP spid="40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60" grpId="0"/>
      <p:bldP spid="6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yacencia">
  <a:themeElements>
    <a:clrScheme name="Adyacencia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yace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562</TotalTime>
  <Words>351</Words>
  <Application>Microsoft Office PowerPoint</Application>
  <PresentationFormat>Presentación en pantalla (4:3)</PresentationFormat>
  <Paragraphs>28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Adyacencia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8</cp:revision>
  <dcterms:created xsi:type="dcterms:W3CDTF">2021-04-28T13:34:34Z</dcterms:created>
  <dcterms:modified xsi:type="dcterms:W3CDTF">2021-04-28T22:56:44Z</dcterms:modified>
</cp:coreProperties>
</file>