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522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640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628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995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036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312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62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026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997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881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621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B99AB-1C71-47E0-8CDE-FF208306D67B}" type="datetimeFigureOut">
              <a:rPr lang="es-AR" smtClean="0"/>
              <a:t>10/4/2021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42063-4171-45DF-A99E-4D14DE9AE7F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8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41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4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4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1.png"/><Relationship Id="rId3" Type="http://schemas.openxmlformats.org/officeDocument/2006/relationships/image" Target="../media/image2.png"/><Relationship Id="rId21" Type="http://schemas.openxmlformats.org/officeDocument/2006/relationships/image" Target="../media/image49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51.png"/><Relationship Id="rId10" Type="http://schemas.openxmlformats.org/officeDocument/2006/relationships/image" Target="../media/image22.png"/><Relationship Id="rId19" Type="http://schemas.openxmlformats.org/officeDocument/2006/relationships/image" Target="../media/image4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1.png"/><Relationship Id="rId26" Type="http://schemas.openxmlformats.org/officeDocument/2006/relationships/image" Target="../media/image59.png"/><Relationship Id="rId3" Type="http://schemas.openxmlformats.org/officeDocument/2006/relationships/image" Target="../media/image2.png"/><Relationship Id="rId21" Type="http://schemas.openxmlformats.org/officeDocument/2006/relationships/image" Target="../media/image54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58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57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22.png"/><Relationship Id="rId19" Type="http://schemas.openxmlformats.org/officeDocument/2006/relationships/image" Target="../media/image5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40960" cy="179552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6065"/>
            <a:ext cx="1066800" cy="1171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140968"/>
            <a:ext cx="15906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4 Conector recto de flecha"/>
          <p:cNvCxnSpPr>
            <a:stCxn id="1028" idx="2"/>
          </p:cNvCxnSpPr>
          <p:nvPr/>
        </p:nvCxnSpPr>
        <p:spPr>
          <a:xfrm flipH="1">
            <a:off x="4215209" y="4188718"/>
            <a:ext cx="1" cy="4644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>
            <a:off x="4788024" y="4005064"/>
            <a:ext cx="648072" cy="2079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 flipH="1">
            <a:off x="2915816" y="4005064"/>
            <a:ext cx="720080" cy="367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V="1">
            <a:off x="4788024" y="2924944"/>
            <a:ext cx="79208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V="1">
            <a:off x="4215210" y="2636912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 flipV="1">
            <a:off x="2915816" y="2960948"/>
            <a:ext cx="720080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5424246" y="4007392"/>
                <a:ext cx="131805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"1"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46" y="4007392"/>
                <a:ext cx="1318053" cy="6127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3556182" y="2168196"/>
                <a:ext cx="131805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"5"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182" y="2168196"/>
                <a:ext cx="1318053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2101819" y="4212995"/>
                <a:ext cx="131805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"3"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819" y="4212995"/>
                <a:ext cx="1318053" cy="6127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3574896" y="4685164"/>
                <a:ext cx="1451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"2"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=2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896" y="4685164"/>
                <a:ext cx="1451423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1500032" y="2636912"/>
                <a:ext cx="1451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"6"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=6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32" y="2636912"/>
                <a:ext cx="1451423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5580112" y="2735632"/>
                <a:ext cx="1451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"4"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=4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2735632"/>
                <a:ext cx="1451423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251520" y="4941168"/>
                <a:ext cx="2109488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6</m:t>
                              </m:r>
                            </m:sup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/>
                                    </a:rPr>
                                    <m:t>"</m:t>
                                  </m:r>
                                  <m:r>
                                    <a:rPr lang="es-MX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s-MX" b="0" i="1" smtClean="0">
                                      <a:latin typeface="Cambria Math"/>
                                    </a:rPr>
                                    <m:t>"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941168"/>
                <a:ext cx="2109488" cy="98405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25 Conector recto de flecha"/>
          <p:cNvCxnSpPr/>
          <p:nvPr/>
        </p:nvCxnSpPr>
        <p:spPr>
          <a:xfrm>
            <a:off x="2458392" y="5437898"/>
            <a:ext cx="4574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26 CuadroTexto"/>
              <p:cNvSpPr txBox="1"/>
              <p:nvPr/>
            </p:nvSpPr>
            <p:spPr>
              <a:xfrm>
                <a:off x="2915816" y="5126828"/>
                <a:ext cx="272478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3 .  </m:t>
                      </m:r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+2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  <m:r>
                        <a:rPr lang="es-MX" b="0" i="1" smtClean="0">
                          <a:latin typeface="Cambria Math"/>
                        </a:rPr>
                        <m:t>+4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  <m:r>
                        <a:rPr lang="es-MX" b="0" i="1" smtClean="0">
                          <a:latin typeface="Cambria Math"/>
                        </a:rPr>
                        <m:t>+6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  <m:r>
                        <a:rPr lang="es-MX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126828"/>
                <a:ext cx="2724785" cy="6127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30 Conector recto de flecha"/>
          <p:cNvCxnSpPr/>
          <p:nvPr/>
        </p:nvCxnSpPr>
        <p:spPr>
          <a:xfrm>
            <a:off x="5601368" y="5431614"/>
            <a:ext cx="4574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31 CuadroTexto"/>
              <p:cNvSpPr txBox="1"/>
              <p:nvPr/>
            </p:nvSpPr>
            <p:spPr>
              <a:xfrm>
                <a:off x="6106642" y="5132430"/>
                <a:ext cx="1460976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+12</m:t>
                      </m:r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  <m:r>
                        <a:rPr lang="es-MX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42" y="5132430"/>
                <a:ext cx="1460976" cy="61093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32 CuadroTexto"/>
              <p:cNvSpPr txBox="1"/>
              <p:nvPr/>
            </p:nvSpPr>
            <p:spPr>
              <a:xfrm>
                <a:off x="8052226" y="5132430"/>
                <a:ext cx="928779" cy="6109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𝑘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226" y="5132430"/>
                <a:ext cx="928779" cy="610936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27 CuadroTexto"/>
              <p:cNvSpPr txBox="1"/>
              <p:nvPr/>
            </p:nvSpPr>
            <p:spPr>
              <a:xfrm>
                <a:off x="174091" y="2128198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91" y="2128198"/>
                <a:ext cx="467629" cy="369332"/>
              </a:xfrm>
              <a:prstGeom prst="rect">
                <a:avLst/>
              </a:prstGeom>
              <a:blipFill rotWithShape="1"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37 Conector recto de flecha"/>
          <p:cNvCxnSpPr/>
          <p:nvPr/>
        </p:nvCxnSpPr>
        <p:spPr>
          <a:xfrm>
            <a:off x="7570960" y="5431614"/>
            <a:ext cx="4574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3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085977"/>
                  </p:ext>
                </p:extLst>
              </p:nvPr>
            </p:nvGraphicFramePr>
            <p:xfrm>
              <a:off x="1524000" y="5805264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i="1" dirty="0" smtClean="0">
                                    <a:latin typeface="Cambria Math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5" name="3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085977"/>
                  </p:ext>
                </p:extLst>
              </p:nvPr>
            </p:nvGraphicFramePr>
            <p:xfrm>
              <a:off x="1524000" y="5805264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r="-5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100000" r="-4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200000" r="-3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302113" r="-302113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399301" r="-2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499301" r="-1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599301" b="-163934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t="-61000" r="-5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100000" t="-61000" r="-4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200000" t="-61000"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302113" t="-61000" r="-302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399301" t="-61000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499301" t="-61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16"/>
                          <a:stretch>
                            <a:fillRect l="-599301" t="-61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602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/>
      <p:bldP spid="22" grpId="0"/>
      <p:bldP spid="23" grpId="0"/>
      <p:bldP spid="24" grpId="0"/>
      <p:bldP spid="19" grpId="0"/>
      <p:bldP spid="27" grpId="0"/>
      <p:bldP spid="32" grpId="0"/>
      <p:bldP spid="33" grpId="0" animBg="1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40960" cy="179552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6065"/>
            <a:ext cx="1066800" cy="1171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642827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i="1" dirty="0" smtClean="0">
                                    <a:latin typeface="Cambria Math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642827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1639" r="-5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1639" r="-4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1639" r="-3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1639" r="-302113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1639" r="-2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1639" r="-1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1639" b="-163934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62626" r="-5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62626" r="-4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62626" r="-3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62626" r="-30211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62626" r="-2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62626" r="-1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62626" b="-101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2;4;6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1;2;3;6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Rectángulo"/>
          <p:cNvSpPr/>
          <p:nvPr/>
        </p:nvSpPr>
        <p:spPr>
          <a:xfrm>
            <a:off x="4932040" y="3521422"/>
            <a:ext cx="3515072" cy="1461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5364088" y="3686589"/>
            <a:ext cx="1152128" cy="8640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6084168" y="3830605"/>
            <a:ext cx="144016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7524328" y="4478677"/>
            <a:ext cx="792088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/>
              <p:cNvSpPr txBox="1"/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400315" y="3822771"/>
                <a:ext cx="1333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=???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5" y="3822771"/>
                <a:ext cx="1333122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24 Llamada rectangular redondeada"/>
          <p:cNvSpPr/>
          <p:nvPr/>
        </p:nvSpPr>
        <p:spPr>
          <a:xfrm>
            <a:off x="2182361" y="3521422"/>
            <a:ext cx="2079084" cy="719376"/>
          </a:xfrm>
          <a:prstGeom prst="wedgeRoundRectCallout">
            <a:avLst>
              <a:gd name="adj1" fmla="val -72810"/>
              <a:gd name="adj2" fmla="val 143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¿Podría aplicarse la Fórmula de Laplace?</a:t>
            </a:r>
            <a:endParaRPr lang="es-A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26 Llamada rectangular redondeada"/>
          <p:cNvSpPr/>
          <p:nvPr/>
        </p:nvSpPr>
        <p:spPr>
          <a:xfrm>
            <a:off x="1733437" y="4438942"/>
            <a:ext cx="2079084" cy="719376"/>
          </a:xfrm>
          <a:prstGeom prst="wedgeRoundRectCallout">
            <a:avLst>
              <a:gd name="adj1" fmla="val -56817"/>
              <a:gd name="adj2" fmla="val -97350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 smtClean="0"/>
              <a:t>No!!!</a:t>
            </a:r>
          </a:p>
          <a:p>
            <a:pPr algn="ctr"/>
            <a:r>
              <a:rPr lang="es-MX" sz="1400" b="1" dirty="0" smtClean="0"/>
              <a:t>Los resultados no son </a:t>
            </a:r>
            <a:r>
              <a:rPr lang="es-MX" sz="1400" b="1" dirty="0" err="1" smtClean="0"/>
              <a:t>equiprobables</a:t>
            </a:r>
            <a:endParaRPr lang="es-AR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27 CuadroTexto"/>
              <p:cNvSpPr txBox="1"/>
              <p:nvPr/>
            </p:nvSpPr>
            <p:spPr>
              <a:xfrm>
                <a:off x="552715" y="5351085"/>
                <a:ext cx="962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" y="5351085"/>
                <a:ext cx="962828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28 CuadroTexto"/>
              <p:cNvSpPr txBox="1"/>
              <p:nvPr/>
            </p:nvSpPr>
            <p:spPr>
              <a:xfrm>
                <a:off x="1524605" y="5353465"/>
                <a:ext cx="884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605" y="5353465"/>
                <a:ext cx="884473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29 CuadroTexto"/>
              <p:cNvSpPr txBox="1"/>
              <p:nvPr/>
            </p:nvSpPr>
            <p:spPr>
              <a:xfrm>
                <a:off x="2319375" y="5346522"/>
                <a:ext cx="1057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0" name="2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375" y="5346522"/>
                <a:ext cx="1057597" cy="3693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30 CuadroTexto"/>
              <p:cNvSpPr txBox="1"/>
              <p:nvPr/>
            </p:nvSpPr>
            <p:spPr>
              <a:xfrm>
                <a:off x="3203848" y="5346522"/>
                <a:ext cx="1057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1" name="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46522"/>
                <a:ext cx="1057597" cy="369332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31 CuadroTexto"/>
              <p:cNvSpPr txBox="1"/>
              <p:nvPr/>
            </p:nvSpPr>
            <p:spPr>
              <a:xfrm>
                <a:off x="4067944" y="5198749"/>
                <a:ext cx="1539203" cy="674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5198749"/>
                <a:ext cx="1539203" cy="67400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32 CuadroTexto"/>
              <p:cNvSpPr txBox="1"/>
              <p:nvPr/>
            </p:nvSpPr>
            <p:spPr>
              <a:xfrm>
                <a:off x="6366581" y="5225720"/>
                <a:ext cx="1155188" cy="6109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581" y="5225720"/>
                <a:ext cx="1155188" cy="610936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34 Conector recto de flecha"/>
          <p:cNvCxnSpPr>
            <a:stCxn id="32" idx="3"/>
          </p:cNvCxnSpPr>
          <p:nvPr/>
        </p:nvCxnSpPr>
        <p:spPr>
          <a:xfrm>
            <a:off x="5607147" y="5535752"/>
            <a:ext cx="656949" cy="23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36 CuadroTexto"/>
              <p:cNvSpPr txBox="1"/>
              <p:nvPr/>
            </p:nvSpPr>
            <p:spPr>
              <a:xfrm>
                <a:off x="27140" y="5949280"/>
                <a:ext cx="16008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𝑂𝑏𝑠𝑒𝑟𝑣𝑎𝑐𝑖</m:t>
                      </m:r>
                      <m:r>
                        <a:rPr lang="es-MX" b="0" i="1" smtClean="0">
                          <a:latin typeface="Cambria Math"/>
                        </a:rPr>
                        <m:t>ó</m:t>
                      </m:r>
                      <m:r>
                        <a:rPr lang="es-MX" b="0" i="1" smtClean="0">
                          <a:latin typeface="Cambria Math"/>
                        </a:rPr>
                        <m:t>𝑛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7" name="3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" y="5949280"/>
                <a:ext cx="1600887" cy="369332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37 CuadroTexto"/>
              <p:cNvSpPr txBox="1"/>
              <p:nvPr/>
            </p:nvSpPr>
            <p:spPr>
              <a:xfrm>
                <a:off x="1733437" y="5957310"/>
                <a:ext cx="1970218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=1−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8" name="3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437" y="5957310"/>
                <a:ext cx="1970218" cy="369909"/>
              </a:xfrm>
              <a:prstGeom prst="rect">
                <a:avLst/>
              </a:prstGeom>
              <a:blipFill rotWithShape="1">
                <a:blip r:embed="rId27"/>
                <a:stretch>
                  <a:fillRect r="-895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38 Llamada rectangular redondeada"/>
          <p:cNvSpPr/>
          <p:nvPr/>
        </p:nvSpPr>
        <p:spPr>
          <a:xfrm>
            <a:off x="2987824" y="6516989"/>
            <a:ext cx="3617258" cy="313155"/>
          </a:xfrm>
          <a:prstGeom prst="wedgeRoundRectCallout">
            <a:avLst>
              <a:gd name="adj1" fmla="val -39000"/>
              <a:gd name="adj2" fmla="val -125913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Los resultados son </a:t>
            </a:r>
            <a:r>
              <a:rPr lang="es-MX" sz="1400" dirty="0" err="1" smtClean="0"/>
              <a:t>equiprobables</a:t>
            </a:r>
            <a:endParaRPr lang="es-AR" sz="1400" dirty="0"/>
          </a:p>
        </p:txBody>
      </p:sp>
      <p:sp>
        <p:nvSpPr>
          <p:cNvPr id="40" name="39 Llamada rectangular redondeada"/>
          <p:cNvSpPr/>
          <p:nvPr/>
        </p:nvSpPr>
        <p:spPr>
          <a:xfrm>
            <a:off x="1228312" y="6377536"/>
            <a:ext cx="1491791" cy="278906"/>
          </a:xfrm>
          <a:prstGeom prst="wedgeRoundRectCallout">
            <a:avLst>
              <a:gd name="adj1" fmla="val 84894"/>
              <a:gd name="adj2" fmla="val -99833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n</a:t>
            </a:r>
            <a:r>
              <a:rPr lang="es-MX" sz="1400" dirty="0" smtClean="0"/>
              <a:t>° Impar</a:t>
            </a:r>
            <a:endParaRPr lang="es-A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40 CuadroTexto"/>
              <p:cNvSpPr txBox="1"/>
              <p:nvPr/>
            </p:nvSpPr>
            <p:spPr>
              <a:xfrm>
                <a:off x="3652360" y="5826771"/>
                <a:ext cx="100700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1" name="4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360" y="5826771"/>
                <a:ext cx="1007006" cy="612732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42 Conector recto de flecha"/>
          <p:cNvCxnSpPr>
            <a:stCxn id="41" idx="3"/>
          </p:cNvCxnSpPr>
          <p:nvPr/>
        </p:nvCxnSpPr>
        <p:spPr>
          <a:xfrm flipV="1">
            <a:off x="4659366" y="5722797"/>
            <a:ext cx="1604730" cy="41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Llamada rectangular redondeada"/>
          <p:cNvSpPr/>
          <p:nvPr/>
        </p:nvSpPr>
        <p:spPr>
          <a:xfrm>
            <a:off x="5529838" y="6157301"/>
            <a:ext cx="2079084" cy="359688"/>
          </a:xfrm>
          <a:prstGeom prst="wedgeRoundRectCallout">
            <a:avLst>
              <a:gd name="adj1" fmla="val -94800"/>
              <a:gd name="adj2" fmla="val -395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Fórmula de Laplace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12008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/>
      <p:bldP spid="31" grpId="0"/>
      <p:bldP spid="32" grpId="0"/>
      <p:bldP spid="33" grpId="0" animBg="1"/>
      <p:bldP spid="37" grpId="0"/>
      <p:bldP spid="38" grpId="0"/>
      <p:bldP spid="39" grpId="0" animBg="1"/>
      <p:bldP spid="40" grpId="0" animBg="1"/>
      <p:bldP spid="41" grpId="0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40960" cy="179552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6065"/>
            <a:ext cx="1066800" cy="1171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109441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i="1" dirty="0" smtClean="0">
                                    <a:latin typeface="Cambria Math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2109441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1639" r="-5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1639" r="-4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1639" r="-3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1639" r="-302113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1639" r="-2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1639" r="-1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1639" b="-163934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62626" r="-5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62626" r="-4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62626" r="-3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62626" r="-30211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62626" r="-2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62626" r="-1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62626" b="-101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2;4;6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1;2;3;6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Rectángulo"/>
          <p:cNvSpPr/>
          <p:nvPr/>
        </p:nvSpPr>
        <p:spPr>
          <a:xfrm>
            <a:off x="4932040" y="3521422"/>
            <a:ext cx="3515072" cy="1461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5364088" y="3686589"/>
            <a:ext cx="1152128" cy="8640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6084168" y="3830605"/>
            <a:ext cx="144016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7524328" y="4478677"/>
            <a:ext cx="792088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/>
              <p:cNvSpPr txBox="1"/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400315" y="4321266"/>
                <a:ext cx="1370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5" y="4321266"/>
                <a:ext cx="1370503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27 CuadroTexto"/>
              <p:cNvSpPr txBox="1"/>
              <p:nvPr/>
            </p:nvSpPr>
            <p:spPr>
              <a:xfrm>
                <a:off x="1619672" y="4312119"/>
                <a:ext cx="1489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312119"/>
                <a:ext cx="1489190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1 Llamada rectangular redondeada"/>
          <p:cNvSpPr/>
          <p:nvPr/>
        </p:nvSpPr>
        <p:spPr>
          <a:xfrm>
            <a:off x="976101" y="4879032"/>
            <a:ext cx="1273085" cy="278160"/>
          </a:xfrm>
          <a:prstGeom prst="wedgeRoundRectCallout">
            <a:avLst>
              <a:gd name="adj1" fmla="val -2332"/>
              <a:gd name="adj2" fmla="val -14512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Son M.E.</a:t>
            </a:r>
            <a:endParaRPr lang="es-A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2967039" y="4185084"/>
                <a:ext cx="603050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9" y="4185084"/>
                <a:ext cx="603050" cy="610936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33 CuadroTexto"/>
              <p:cNvSpPr txBox="1"/>
              <p:nvPr/>
            </p:nvSpPr>
            <p:spPr>
              <a:xfrm>
                <a:off x="3419872" y="4178650"/>
                <a:ext cx="628698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4" name="3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4178650"/>
                <a:ext cx="628698" cy="6127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44 CuadroTexto"/>
              <p:cNvSpPr txBox="1"/>
              <p:nvPr/>
            </p:nvSpPr>
            <p:spPr>
              <a:xfrm>
                <a:off x="1772072" y="3573016"/>
                <a:ext cx="1155188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5" name="4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72" y="3573016"/>
                <a:ext cx="1155188" cy="610936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45 CuadroTexto"/>
              <p:cNvSpPr txBox="1"/>
              <p:nvPr/>
            </p:nvSpPr>
            <p:spPr>
              <a:xfrm>
                <a:off x="1705700" y="5363924"/>
                <a:ext cx="1562864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6" name="4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700" y="5363924"/>
                <a:ext cx="1562864" cy="612732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74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2" grpId="0" animBg="1"/>
      <p:bldP spid="3" grpId="0"/>
      <p:bldP spid="34" grpId="0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40960" cy="179552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6065"/>
            <a:ext cx="1066800" cy="1171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78108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i="1" dirty="0" smtClean="0">
                                    <a:latin typeface="Cambria Math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78108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1639" r="-5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1639" r="-4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1639" r="-3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1639" r="-302113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1639" r="-2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1639" r="-1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1639" b="-163934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62626" r="-5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62626" r="-4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62626" r="-3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62626" r="-30211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62626" r="-2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62626" r="-1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62626" b="-101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2;4;6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1;2;3;6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Rectángulo"/>
          <p:cNvSpPr/>
          <p:nvPr/>
        </p:nvSpPr>
        <p:spPr>
          <a:xfrm>
            <a:off x="4932040" y="3521422"/>
            <a:ext cx="3515072" cy="1461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5364088" y="3686589"/>
            <a:ext cx="1152128" cy="8640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6084168" y="3830605"/>
            <a:ext cx="144016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7524328" y="4478677"/>
            <a:ext cx="792088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/>
              <p:cNvSpPr txBox="1"/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24 CuadroTexto"/>
              <p:cNvSpPr txBox="1"/>
              <p:nvPr/>
            </p:nvSpPr>
            <p:spPr>
              <a:xfrm>
                <a:off x="1327291" y="4229213"/>
                <a:ext cx="19464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=???</m:t>
                      </m:r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291" y="4229213"/>
                <a:ext cx="1946495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26 CuadroTexto"/>
              <p:cNvSpPr txBox="1"/>
              <p:nvPr/>
            </p:nvSpPr>
            <p:spPr>
              <a:xfrm>
                <a:off x="71114" y="5361160"/>
                <a:ext cx="1918026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s-MX" b="0" i="1" smtClean="0">
                              <a:latin typeface="Cambria Math"/>
                            </a:rPr>
                            <m:t>𝑐</m:t>
                          </m:r>
                        </m:sup>
                      </m:sSup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∩</m:t>
                      </m:r>
                      <m:sSup>
                        <m:sSupPr>
                          <m:ctrlPr>
                            <a:rPr lang="es-MX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  <m:sup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sup>
                      </m:sSup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MX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4" y="5361160"/>
                <a:ext cx="1918026" cy="36990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28 CuadroTexto"/>
              <p:cNvSpPr txBox="1"/>
              <p:nvPr/>
            </p:nvSpPr>
            <p:spPr>
              <a:xfrm>
                <a:off x="1989140" y="5363924"/>
                <a:ext cx="622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140" y="5363924"/>
                <a:ext cx="622799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32 CuadroTexto"/>
              <p:cNvSpPr txBox="1"/>
              <p:nvPr/>
            </p:nvSpPr>
            <p:spPr>
              <a:xfrm>
                <a:off x="3451901" y="5373216"/>
                <a:ext cx="21282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901" y="5373216"/>
                <a:ext cx="2128211" cy="3693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34 CuadroTexto"/>
              <p:cNvSpPr txBox="1"/>
              <p:nvPr/>
            </p:nvSpPr>
            <p:spPr>
              <a:xfrm>
                <a:off x="6536284" y="5251516"/>
                <a:ext cx="1768561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35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84" y="5251516"/>
                <a:ext cx="1768561" cy="612732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31 Conector recto de flecha"/>
          <p:cNvCxnSpPr/>
          <p:nvPr/>
        </p:nvCxnSpPr>
        <p:spPr>
          <a:xfrm flipV="1">
            <a:off x="2699792" y="5546114"/>
            <a:ext cx="690496" cy="24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flipV="1">
            <a:off x="5753712" y="5547675"/>
            <a:ext cx="690496" cy="24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76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3" grpId="0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640960" cy="179552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6065"/>
            <a:ext cx="1066800" cy="1171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12676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i="1" dirty="0" smtClean="0">
                                    <a:latin typeface="Cambria Math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"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5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12676"/>
                  </p:ext>
                </p:extLst>
              </p:nvPr>
            </p:nvGraphicFramePr>
            <p:xfrm>
              <a:off x="899592" y="2163299"/>
              <a:ext cx="6095999" cy="9776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1639" r="-5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1639" r="-4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1639" r="-399301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1639" r="-302113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1639" r="-2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1639" r="-100000" b="-163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1639" b="-163934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99" t="-62626" r="-5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699" t="-62626" r="-4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699" t="-62626" r="-3993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2817" t="-62626" r="-30211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0000" t="-62626" r="-2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0000" t="-62626" r="-1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600000" t="-62626" b="-101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141150"/>
                <a:ext cx="46384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2;4;6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41150"/>
                <a:ext cx="144930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8 CuadroTexto"/>
              <p:cNvSpPr txBox="1"/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1;2;3;6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8" y="3152090"/>
                <a:ext cx="168732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9 CuadroTexto"/>
              <p:cNvSpPr txBox="1"/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52" y="3140968"/>
                <a:ext cx="99392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Rectángulo"/>
          <p:cNvSpPr/>
          <p:nvPr/>
        </p:nvSpPr>
        <p:spPr>
          <a:xfrm>
            <a:off x="4932040" y="3510300"/>
            <a:ext cx="3515072" cy="1461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5364088" y="3686589"/>
            <a:ext cx="1152128" cy="8640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6084168" y="3830605"/>
            <a:ext cx="144016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7524328" y="4478677"/>
            <a:ext cx="792088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3688047"/>
                <a:ext cx="340286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30" y="3840447"/>
                <a:ext cx="354584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/>
              <p:cNvSpPr txBox="1"/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s-AR" sz="1400" b="1" dirty="0"/>
              </a:p>
            </p:txBody>
          </p:sp>
        </mc:Choice>
        <mc:Fallback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347" y="4438942"/>
                <a:ext cx="340029" cy="3077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188" y="3867498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96" y="390261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32" y="4098188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0" y="4042053"/>
                <a:ext cx="324128" cy="30777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8" y="4170900"/>
                <a:ext cx="324128" cy="307777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930" y="4504808"/>
                <a:ext cx="324128" cy="307777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40" y="3542573"/>
                <a:ext cx="369012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24 CuadroTexto"/>
              <p:cNvSpPr txBox="1"/>
              <p:nvPr/>
            </p:nvSpPr>
            <p:spPr>
              <a:xfrm>
                <a:off x="1327291" y="4229213"/>
                <a:ext cx="1767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=???</m:t>
                      </m:r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291" y="4229213"/>
                <a:ext cx="1767215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26 CuadroTexto"/>
              <p:cNvSpPr txBox="1"/>
              <p:nvPr/>
            </p:nvSpPr>
            <p:spPr>
              <a:xfrm>
                <a:off x="35496" y="5352273"/>
                <a:ext cx="1790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r>
                        <a:rPr lang="es-MX" b="0" i="1" smtClean="0">
                          <a:latin typeface="Cambria Math"/>
                        </a:rPr>
                        <m:t>𝐶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  <m:r>
                        <a:rPr lang="es-MX" b="0" i="1" smtClean="0">
                          <a:latin typeface="Cambria Math"/>
                          <a:ea typeface="Cambria Math"/>
                        </a:rPr>
                        <m:t>∩</m:t>
                      </m:r>
                      <m:sSup>
                        <m:sSupPr>
                          <m:ctrlPr>
                            <a:rPr lang="es-MX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  <m:sup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5352273"/>
                <a:ext cx="1790554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32 CuadroTexto"/>
              <p:cNvSpPr txBox="1"/>
              <p:nvPr/>
            </p:nvSpPr>
            <p:spPr>
              <a:xfrm>
                <a:off x="2915816" y="5373216"/>
                <a:ext cx="2012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373216"/>
                <a:ext cx="2012538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34 CuadroTexto"/>
              <p:cNvSpPr txBox="1"/>
              <p:nvPr/>
            </p:nvSpPr>
            <p:spPr>
              <a:xfrm>
                <a:off x="6528363" y="5974413"/>
                <a:ext cx="1589281" cy="6127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MX" b="0" dirty="0" smtClean="0"/>
              </a:p>
            </p:txBody>
          </p:sp>
        </mc:Choice>
        <mc:Fallback>
          <p:sp>
            <p:nvSpPr>
              <p:cNvPr id="35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63" y="5974413"/>
                <a:ext cx="1589281" cy="6127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31 Conector recto de flecha"/>
          <p:cNvCxnSpPr/>
          <p:nvPr/>
        </p:nvCxnSpPr>
        <p:spPr>
          <a:xfrm flipV="1">
            <a:off x="2267744" y="5546114"/>
            <a:ext cx="690496" cy="24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flipV="1">
            <a:off x="5292080" y="6283255"/>
            <a:ext cx="690496" cy="24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1 CuadroTexto"/>
              <p:cNvSpPr txBox="1"/>
              <p:nvPr/>
            </p:nvSpPr>
            <p:spPr>
              <a:xfrm>
                <a:off x="1701586" y="5352273"/>
                <a:ext cx="6333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6" y="5352273"/>
                <a:ext cx="633315" cy="369332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33 CuadroTexto"/>
              <p:cNvSpPr txBox="1"/>
              <p:nvPr/>
            </p:nvSpPr>
            <p:spPr>
              <a:xfrm>
                <a:off x="4716016" y="5353465"/>
                <a:ext cx="1121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4" name="3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5353465"/>
                <a:ext cx="1121717" cy="369332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35 CuadroTexto"/>
              <p:cNvSpPr txBox="1"/>
              <p:nvPr/>
            </p:nvSpPr>
            <p:spPr>
              <a:xfrm>
                <a:off x="6444208" y="5346522"/>
                <a:ext cx="1057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6" name="3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5346522"/>
                <a:ext cx="1057597" cy="369332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36 CuadroTexto"/>
              <p:cNvSpPr txBox="1"/>
              <p:nvPr/>
            </p:nvSpPr>
            <p:spPr>
              <a:xfrm>
                <a:off x="7277861" y="5346522"/>
                <a:ext cx="1057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7" name="3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861" y="5346522"/>
                <a:ext cx="1057597" cy="369332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38 CuadroTexto"/>
              <p:cNvSpPr txBox="1"/>
              <p:nvPr/>
            </p:nvSpPr>
            <p:spPr>
              <a:xfrm>
                <a:off x="1971787" y="5974413"/>
                <a:ext cx="2929392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9" name="3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787" y="5974413"/>
                <a:ext cx="2929392" cy="612732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39 CuadroTexto"/>
              <p:cNvSpPr txBox="1"/>
              <p:nvPr/>
            </p:nvSpPr>
            <p:spPr>
              <a:xfrm>
                <a:off x="5602635" y="5345506"/>
                <a:ext cx="1057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0" name="3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635" y="5345506"/>
                <a:ext cx="1057597" cy="369332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40 Conector recto de flecha"/>
          <p:cNvCxnSpPr/>
          <p:nvPr/>
        </p:nvCxnSpPr>
        <p:spPr>
          <a:xfrm flipV="1">
            <a:off x="1187624" y="6306844"/>
            <a:ext cx="690496" cy="24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92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3" grpId="0"/>
      <p:bldP spid="35" grpId="0" animBg="1"/>
      <p:bldP spid="2" grpId="0"/>
      <p:bldP spid="34" grpId="0"/>
      <p:bldP spid="36" grpId="0"/>
      <p:bldP spid="37" grpId="0"/>
      <p:bldP spid="39" grpId="0"/>
      <p:bldP spid="4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670</Words>
  <Application>Microsoft Office PowerPoint</Application>
  <PresentationFormat>Presentación en pantalla (4:3)</PresentationFormat>
  <Paragraphs>175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15</cp:revision>
  <dcterms:created xsi:type="dcterms:W3CDTF">2021-04-10T19:48:18Z</dcterms:created>
  <dcterms:modified xsi:type="dcterms:W3CDTF">2021-04-10T21:12:50Z</dcterms:modified>
</cp:coreProperties>
</file>