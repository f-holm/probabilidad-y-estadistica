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A316-5149-4A76-A4C4-8877E92757F0}" type="datetimeFigureOut">
              <a:rPr lang="es-AR" smtClean="0"/>
              <a:t>20/4/2021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79B2F-6B2B-4E45-90FA-A93797F99E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55548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A316-5149-4A76-A4C4-8877E92757F0}" type="datetimeFigureOut">
              <a:rPr lang="es-AR" smtClean="0"/>
              <a:t>20/4/2021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79B2F-6B2B-4E45-90FA-A93797F99E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5586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A316-5149-4A76-A4C4-8877E92757F0}" type="datetimeFigureOut">
              <a:rPr lang="es-AR" smtClean="0"/>
              <a:t>20/4/2021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79B2F-6B2B-4E45-90FA-A93797F99E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242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A316-5149-4A76-A4C4-8877E92757F0}" type="datetimeFigureOut">
              <a:rPr lang="es-AR" smtClean="0"/>
              <a:t>20/4/2021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79B2F-6B2B-4E45-90FA-A93797F99E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93214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A316-5149-4A76-A4C4-8877E92757F0}" type="datetimeFigureOut">
              <a:rPr lang="es-AR" smtClean="0"/>
              <a:t>20/4/2021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79B2F-6B2B-4E45-90FA-A93797F99E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82346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A316-5149-4A76-A4C4-8877E92757F0}" type="datetimeFigureOut">
              <a:rPr lang="es-AR" smtClean="0"/>
              <a:t>20/4/2021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79B2F-6B2B-4E45-90FA-A93797F99E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60317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A316-5149-4A76-A4C4-8877E92757F0}" type="datetimeFigureOut">
              <a:rPr lang="es-AR" smtClean="0"/>
              <a:t>20/4/2021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79B2F-6B2B-4E45-90FA-A93797F99E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93730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A316-5149-4A76-A4C4-8877E92757F0}" type="datetimeFigureOut">
              <a:rPr lang="es-AR" smtClean="0"/>
              <a:t>20/4/2021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79B2F-6B2B-4E45-90FA-A93797F99E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52826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A316-5149-4A76-A4C4-8877E92757F0}" type="datetimeFigureOut">
              <a:rPr lang="es-AR" smtClean="0"/>
              <a:t>20/4/2021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79B2F-6B2B-4E45-90FA-A93797F99E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72421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A316-5149-4A76-A4C4-8877E92757F0}" type="datetimeFigureOut">
              <a:rPr lang="es-AR" smtClean="0"/>
              <a:t>20/4/2021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79B2F-6B2B-4E45-90FA-A93797F99E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5449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A316-5149-4A76-A4C4-8877E92757F0}" type="datetimeFigureOut">
              <a:rPr lang="es-AR" smtClean="0"/>
              <a:t>20/4/2021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79B2F-6B2B-4E45-90FA-A93797F99E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0344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FA316-5149-4A76-A4C4-8877E92757F0}" type="datetimeFigureOut">
              <a:rPr lang="es-AR" smtClean="0"/>
              <a:t>20/4/2021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79B2F-6B2B-4E45-90FA-A93797F99E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5713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23705"/>
            <a:ext cx="8496944" cy="2088027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1726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95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1726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17266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0</Words>
  <Application>Microsoft Office PowerPoint</Application>
  <PresentationFormat>Presentación en pantalla (4:3)</PresentationFormat>
  <Paragraphs>0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Andrea</dc:creator>
  <cp:lastModifiedBy>Andrea</cp:lastModifiedBy>
  <cp:revision>2</cp:revision>
  <dcterms:created xsi:type="dcterms:W3CDTF">2021-04-20T16:51:45Z</dcterms:created>
  <dcterms:modified xsi:type="dcterms:W3CDTF">2021-04-20T22:51:15Z</dcterms:modified>
</cp:coreProperties>
</file>