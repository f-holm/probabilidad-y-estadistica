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85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94DB-8BDF-4F33-9516-4E1FF09AD456}" type="datetimeFigureOut">
              <a:rPr lang="es-AR" smtClean="0"/>
              <a:t>10/5/2021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99D1-F825-463F-989E-44A7B11EE56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7733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94DB-8BDF-4F33-9516-4E1FF09AD456}" type="datetimeFigureOut">
              <a:rPr lang="es-AR" smtClean="0"/>
              <a:t>10/5/2021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99D1-F825-463F-989E-44A7B11EE56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4820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94DB-8BDF-4F33-9516-4E1FF09AD456}" type="datetimeFigureOut">
              <a:rPr lang="es-AR" smtClean="0"/>
              <a:t>10/5/2021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99D1-F825-463F-989E-44A7B11EE56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151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94DB-8BDF-4F33-9516-4E1FF09AD456}" type="datetimeFigureOut">
              <a:rPr lang="es-AR" smtClean="0"/>
              <a:t>10/5/2021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99D1-F825-463F-989E-44A7B11EE56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02289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94DB-8BDF-4F33-9516-4E1FF09AD456}" type="datetimeFigureOut">
              <a:rPr lang="es-AR" smtClean="0"/>
              <a:t>10/5/2021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99D1-F825-463F-989E-44A7B11EE56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872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94DB-8BDF-4F33-9516-4E1FF09AD456}" type="datetimeFigureOut">
              <a:rPr lang="es-AR" smtClean="0"/>
              <a:t>10/5/2021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99D1-F825-463F-989E-44A7B11EE56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447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94DB-8BDF-4F33-9516-4E1FF09AD456}" type="datetimeFigureOut">
              <a:rPr lang="es-AR" smtClean="0"/>
              <a:t>10/5/2021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99D1-F825-463F-989E-44A7B11EE56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6669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94DB-8BDF-4F33-9516-4E1FF09AD456}" type="datetimeFigureOut">
              <a:rPr lang="es-AR" smtClean="0"/>
              <a:t>10/5/2021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99D1-F825-463F-989E-44A7B11EE56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65250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94DB-8BDF-4F33-9516-4E1FF09AD456}" type="datetimeFigureOut">
              <a:rPr lang="es-AR" smtClean="0"/>
              <a:t>10/5/2021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99D1-F825-463F-989E-44A7B11EE56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65843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94DB-8BDF-4F33-9516-4E1FF09AD456}" type="datetimeFigureOut">
              <a:rPr lang="es-AR" smtClean="0"/>
              <a:t>10/5/2021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99D1-F825-463F-989E-44A7B11EE56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0423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94DB-8BDF-4F33-9516-4E1FF09AD456}" type="datetimeFigureOut">
              <a:rPr lang="es-AR" smtClean="0"/>
              <a:t>10/5/2021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99D1-F825-463F-989E-44A7B11EE56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989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594DB-8BDF-4F33-9516-4E1FF09AD456}" type="datetimeFigureOut">
              <a:rPr lang="es-AR" smtClean="0"/>
              <a:t>10/5/2021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899D1-F825-463F-989E-44A7B11EE56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5835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1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116632"/>
            <a:ext cx="8788669" cy="2448272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657" y="1844825"/>
            <a:ext cx="1024523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2 CuadroTexto"/>
              <p:cNvSpPr txBox="1"/>
              <p:nvPr/>
            </p:nvSpPr>
            <p:spPr>
              <a:xfrm>
                <a:off x="533666" y="2708920"/>
                <a:ext cx="18119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1°</m:t>
                      </m:r>
                      <m:r>
                        <a:rPr lang="es-MX" b="0" i="1" smtClean="0">
                          <a:latin typeface="Cambria Math"/>
                        </a:rPr>
                        <m:t>𝐿𝑎𝑛𝑧𝑎𝑚𝑖𝑒𝑛𝑡𝑜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66" y="2708920"/>
                <a:ext cx="181197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4 Conector recto"/>
          <p:cNvCxnSpPr>
            <a:endCxn id="8" idx="1"/>
          </p:cNvCxnSpPr>
          <p:nvPr/>
        </p:nvCxnSpPr>
        <p:spPr>
          <a:xfrm flipV="1">
            <a:off x="878944" y="3964414"/>
            <a:ext cx="871596" cy="926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>
            <a:endCxn id="10" idx="1"/>
          </p:cNvCxnSpPr>
          <p:nvPr/>
        </p:nvCxnSpPr>
        <p:spPr>
          <a:xfrm>
            <a:off x="878944" y="4891226"/>
            <a:ext cx="756461" cy="729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7 CuadroTexto"/>
              <p:cNvSpPr txBox="1"/>
              <p:nvPr/>
            </p:nvSpPr>
            <p:spPr>
              <a:xfrm>
                <a:off x="1750540" y="3779748"/>
                <a:ext cx="385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540" y="3779748"/>
                <a:ext cx="385555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9 CuadroTexto"/>
              <p:cNvSpPr txBox="1"/>
              <p:nvPr/>
            </p:nvSpPr>
            <p:spPr>
              <a:xfrm>
                <a:off x="1635405" y="5435932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" name="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405" y="5435932"/>
                <a:ext cx="392287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10 CuadroTexto"/>
              <p:cNvSpPr txBox="1"/>
              <p:nvPr/>
            </p:nvSpPr>
            <p:spPr>
              <a:xfrm>
                <a:off x="2760029" y="2714563"/>
                <a:ext cx="18119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/>
                        </a:rPr>
                        <m:t>2</m:t>
                      </m:r>
                      <m:r>
                        <a:rPr lang="es-MX" b="0" i="1" smtClean="0">
                          <a:latin typeface="Cambria Math"/>
                        </a:rPr>
                        <m:t>°</m:t>
                      </m:r>
                      <m:r>
                        <a:rPr lang="es-MX" b="0" i="1" smtClean="0">
                          <a:latin typeface="Cambria Math"/>
                        </a:rPr>
                        <m:t>𝐿𝑎𝑛𝑧𝑎𝑚𝑖𝑒𝑛𝑡𝑜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1" name="1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029" y="2714563"/>
                <a:ext cx="1811971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11 CuadroTexto"/>
              <p:cNvSpPr txBox="1"/>
              <p:nvPr/>
            </p:nvSpPr>
            <p:spPr>
              <a:xfrm>
                <a:off x="5208301" y="2714563"/>
                <a:ext cx="18119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3</m:t>
                      </m:r>
                      <m:r>
                        <a:rPr lang="es-MX" b="0" i="1" smtClean="0">
                          <a:latin typeface="Cambria Math"/>
                        </a:rPr>
                        <m:t>°</m:t>
                      </m:r>
                      <m:r>
                        <a:rPr lang="es-MX" b="0" i="1" smtClean="0">
                          <a:latin typeface="Cambria Math"/>
                        </a:rPr>
                        <m:t>𝐿𝑎𝑛𝑧𝑎𝑚𝑖𝑒𝑛𝑡𝑜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2" name="1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301" y="2714563"/>
                <a:ext cx="1811971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22 Conector recto"/>
          <p:cNvCxnSpPr>
            <a:stCxn id="8" idx="3"/>
            <a:endCxn id="25" idx="1"/>
          </p:cNvCxnSpPr>
          <p:nvPr/>
        </p:nvCxnSpPr>
        <p:spPr>
          <a:xfrm flipV="1">
            <a:off x="2136095" y="3541658"/>
            <a:ext cx="1402278" cy="422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>
            <a:stCxn id="8" idx="3"/>
            <a:endCxn id="26" idx="1"/>
          </p:cNvCxnSpPr>
          <p:nvPr/>
        </p:nvCxnSpPr>
        <p:spPr>
          <a:xfrm>
            <a:off x="2136095" y="3964414"/>
            <a:ext cx="1395546" cy="441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24 CuadroTexto"/>
              <p:cNvSpPr txBox="1"/>
              <p:nvPr/>
            </p:nvSpPr>
            <p:spPr>
              <a:xfrm>
                <a:off x="3538373" y="3356992"/>
                <a:ext cx="385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5" name="2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373" y="3356992"/>
                <a:ext cx="385555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25 CuadroTexto"/>
              <p:cNvSpPr txBox="1"/>
              <p:nvPr/>
            </p:nvSpPr>
            <p:spPr>
              <a:xfrm>
                <a:off x="3531641" y="4221088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6" name="2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641" y="4221088"/>
                <a:ext cx="392287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33 Conector recto"/>
          <p:cNvCxnSpPr>
            <a:endCxn id="36" idx="1"/>
          </p:cNvCxnSpPr>
          <p:nvPr/>
        </p:nvCxnSpPr>
        <p:spPr>
          <a:xfrm flipV="1">
            <a:off x="2123728" y="5260558"/>
            <a:ext cx="1402278" cy="422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>
            <a:endCxn id="37" idx="1"/>
          </p:cNvCxnSpPr>
          <p:nvPr/>
        </p:nvCxnSpPr>
        <p:spPr>
          <a:xfrm>
            <a:off x="2123728" y="5683314"/>
            <a:ext cx="1395546" cy="441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35 CuadroTexto"/>
              <p:cNvSpPr txBox="1"/>
              <p:nvPr/>
            </p:nvSpPr>
            <p:spPr>
              <a:xfrm>
                <a:off x="3526006" y="5075892"/>
                <a:ext cx="385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6" name="3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006" y="5075892"/>
                <a:ext cx="385555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36 CuadroTexto"/>
              <p:cNvSpPr txBox="1"/>
              <p:nvPr/>
            </p:nvSpPr>
            <p:spPr>
              <a:xfrm>
                <a:off x="3519274" y="5939988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7" name="3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274" y="5939988"/>
                <a:ext cx="392287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37 Conector recto"/>
          <p:cNvCxnSpPr>
            <a:stCxn id="25" idx="3"/>
            <a:endCxn id="40" idx="1"/>
          </p:cNvCxnSpPr>
          <p:nvPr/>
        </p:nvCxnSpPr>
        <p:spPr>
          <a:xfrm flipV="1">
            <a:off x="3923928" y="3100318"/>
            <a:ext cx="2062717" cy="441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>
            <a:stCxn id="25" idx="3"/>
            <a:endCxn id="41" idx="1"/>
          </p:cNvCxnSpPr>
          <p:nvPr/>
        </p:nvCxnSpPr>
        <p:spPr>
          <a:xfrm>
            <a:off x="3923928" y="3541658"/>
            <a:ext cx="2055985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39 CuadroTexto"/>
              <p:cNvSpPr txBox="1"/>
              <p:nvPr/>
            </p:nvSpPr>
            <p:spPr>
              <a:xfrm>
                <a:off x="5986645" y="2915652"/>
                <a:ext cx="385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0" name="3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45" y="2915652"/>
                <a:ext cx="385555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40 CuadroTexto"/>
              <p:cNvSpPr txBox="1"/>
              <p:nvPr/>
            </p:nvSpPr>
            <p:spPr>
              <a:xfrm>
                <a:off x="5979913" y="3501008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1" name="4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913" y="3501008"/>
                <a:ext cx="392287" cy="36933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44 Conector recto"/>
          <p:cNvCxnSpPr>
            <a:endCxn id="47" idx="1"/>
          </p:cNvCxnSpPr>
          <p:nvPr/>
        </p:nvCxnSpPr>
        <p:spPr>
          <a:xfrm flipV="1">
            <a:off x="3923928" y="4027130"/>
            <a:ext cx="2062717" cy="441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>
            <a:endCxn id="48" idx="1"/>
          </p:cNvCxnSpPr>
          <p:nvPr/>
        </p:nvCxnSpPr>
        <p:spPr>
          <a:xfrm>
            <a:off x="3923928" y="4468470"/>
            <a:ext cx="2055985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46 CuadroTexto"/>
              <p:cNvSpPr txBox="1"/>
              <p:nvPr/>
            </p:nvSpPr>
            <p:spPr>
              <a:xfrm>
                <a:off x="5986645" y="3842464"/>
                <a:ext cx="385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7" name="4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45" y="3842464"/>
                <a:ext cx="385555" cy="36933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47 CuadroTexto"/>
              <p:cNvSpPr txBox="1"/>
              <p:nvPr/>
            </p:nvSpPr>
            <p:spPr>
              <a:xfrm>
                <a:off x="5979913" y="4427820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8" name="4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913" y="4427820"/>
                <a:ext cx="392287" cy="369332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48 Conector recto"/>
          <p:cNvCxnSpPr>
            <a:endCxn id="51" idx="1"/>
          </p:cNvCxnSpPr>
          <p:nvPr/>
        </p:nvCxnSpPr>
        <p:spPr>
          <a:xfrm flipV="1">
            <a:off x="3923928" y="4891226"/>
            <a:ext cx="2062717" cy="441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>
            <a:endCxn id="52" idx="1"/>
          </p:cNvCxnSpPr>
          <p:nvPr/>
        </p:nvCxnSpPr>
        <p:spPr>
          <a:xfrm>
            <a:off x="3923928" y="5332566"/>
            <a:ext cx="2055985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50 CuadroTexto"/>
              <p:cNvSpPr txBox="1"/>
              <p:nvPr/>
            </p:nvSpPr>
            <p:spPr>
              <a:xfrm>
                <a:off x="5986645" y="4706560"/>
                <a:ext cx="385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51" name="5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45" y="4706560"/>
                <a:ext cx="385555" cy="369332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51 CuadroTexto"/>
              <p:cNvSpPr txBox="1"/>
              <p:nvPr/>
            </p:nvSpPr>
            <p:spPr>
              <a:xfrm>
                <a:off x="5979913" y="5291916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52" name="5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913" y="5291916"/>
                <a:ext cx="392287" cy="369332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52 Conector recto"/>
          <p:cNvCxnSpPr>
            <a:endCxn id="55" idx="1"/>
          </p:cNvCxnSpPr>
          <p:nvPr/>
        </p:nvCxnSpPr>
        <p:spPr>
          <a:xfrm flipV="1">
            <a:off x="3923928" y="5755322"/>
            <a:ext cx="2062717" cy="441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>
            <a:endCxn id="56" idx="1"/>
          </p:cNvCxnSpPr>
          <p:nvPr/>
        </p:nvCxnSpPr>
        <p:spPr>
          <a:xfrm>
            <a:off x="3923928" y="6196662"/>
            <a:ext cx="2055985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54 CuadroTexto"/>
              <p:cNvSpPr txBox="1"/>
              <p:nvPr/>
            </p:nvSpPr>
            <p:spPr>
              <a:xfrm>
                <a:off x="5986645" y="5570656"/>
                <a:ext cx="385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55" name="5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45" y="5570656"/>
                <a:ext cx="385555" cy="369332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55 CuadroTexto"/>
              <p:cNvSpPr txBox="1"/>
              <p:nvPr/>
            </p:nvSpPr>
            <p:spPr>
              <a:xfrm>
                <a:off x="5979913" y="6156012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56" name="5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913" y="6156012"/>
                <a:ext cx="392287" cy="369332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1" name="1030 CuadroTexto"/>
              <p:cNvSpPr txBox="1"/>
              <p:nvPr/>
            </p:nvSpPr>
            <p:spPr>
              <a:xfrm>
                <a:off x="545514" y="6446777"/>
                <a:ext cx="8274958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𝑆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31" name="103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14" y="6446777"/>
                <a:ext cx="8274958" cy="369332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2" name="1031 CuadroTexto"/>
              <p:cNvSpPr txBox="1"/>
              <p:nvPr/>
            </p:nvSpPr>
            <p:spPr>
              <a:xfrm>
                <a:off x="71923" y="2636912"/>
                <a:ext cx="467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𝑎</m:t>
                      </m:r>
                      <m:r>
                        <a:rPr lang="es-MX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32" name="103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3" y="2636912"/>
                <a:ext cx="467629" cy="369332"/>
              </a:xfrm>
              <a:prstGeom prst="rect">
                <a:avLst/>
              </a:prstGeom>
              <a:blipFill rotWithShape="1">
                <a:blip r:embed="rId2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5692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/>
      <p:bldP spid="11" grpId="0"/>
      <p:bldP spid="12" grpId="0"/>
      <p:bldP spid="25" grpId="0"/>
      <p:bldP spid="26" grpId="0"/>
      <p:bldP spid="36" grpId="0"/>
      <p:bldP spid="37" grpId="0"/>
      <p:bldP spid="40" grpId="0"/>
      <p:bldP spid="41" grpId="0"/>
      <p:bldP spid="47" grpId="0"/>
      <p:bldP spid="48" grpId="0"/>
      <p:bldP spid="51" grpId="0"/>
      <p:bldP spid="52" grpId="0"/>
      <p:bldP spid="55" grpId="0"/>
      <p:bldP spid="56" grpId="0"/>
      <p:bldP spid="1031" grpId="0" animBg="1"/>
      <p:bldP spid="10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116632"/>
            <a:ext cx="8788669" cy="2448272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091" y="1844824"/>
            <a:ext cx="890890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31" name="1030 CuadroTexto"/>
              <p:cNvSpPr txBox="1"/>
              <p:nvPr/>
            </p:nvSpPr>
            <p:spPr>
              <a:xfrm>
                <a:off x="395536" y="3429000"/>
                <a:ext cx="8274958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𝑆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31" name="103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429000"/>
                <a:ext cx="8274958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2" name="1031 CuadroTexto"/>
              <p:cNvSpPr txBox="1"/>
              <p:nvPr/>
            </p:nvSpPr>
            <p:spPr>
              <a:xfrm>
                <a:off x="71923" y="2636912"/>
                <a:ext cx="4638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𝑏</m:t>
                      </m:r>
                      <m:r>
                        <a:rPr lang="es-MX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32" name="103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3" y="2636912"/>
                <a:ext cx="463845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3 CuadroTexto"/>
              <p:cNvSpPr txBox="1"/>
              <p:nvPr/>
            </p:nvSpPr>
            <p:spPr>
              <a:xfrm>
                <a:off x="1547664" y="4077072"/>
                <a:ext cx="4600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𝑆𝑜𝑛</m:t>
                      </m:r>
                      <m:r>
                        <a:rPr lang="es-MX" b="0" i="1" smtClean="0">
                          <a:latin typeface="Cambria Math"/>
                        </a:rPr>
                        <m:t> 8 </m:t>
                      </m:r>
                      <m:r>
                        <a:rPr lang="es-MX" b="0" i="1" smtClean="0">
                          <a:latin typeface="Cambria Math"/>
                        </a:rPr>
                        <m:t>𝑟𝑒𝑠𝑢𝑙𝑡𝑎𝑑𝑜𝑠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𝑝𝑜𝑠𝑖𝑏𝑙𝑒𝑠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𝑦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𝑒𝑞𝑢𝑖𝑝𝑟𝑜𝑏𝑎𝑏𝑙𝑒𝑠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" name="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4077072"/>
                <a:ext cx="4600683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5 CuadroTexto"/>
              <p:cNvSpPr txBox="1"/>
              <p:nvPr/>
            </p:nvSpPr>
            <p:spPr>
              <a:xfrm>
                <a:off x="3440265" y="4776054"/>
                <a:ext cx="815480" cy="6127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265" y="4776054"/>
                <a:ext cx="815480" cy="6127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8 CuadroTexto"/>
              <p:cNvSpPr txBox="1"/>
              <p:nvPr/>
            </p:nvSpPr>
            <p:spPr>
              <a:xfrm>
                <a:off x="827584" y="5517232"/>
                <a:ext cx="58215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"</m:t>
                      </m:r>
                      <m:r>
                        <a:rPr lang="es-MX" b="0" i="1" smtClean="0">
                          <a:latin typeface="Cambria Math"/>
                        </a:rPr>
                        <m:t>𝑝𝑟𝑜𝑏𝑎𝑏𝑖𝑙𝑖𝑑𝑎𝑑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𝑑𝑒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𝑐𝑎𝑑𝑎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𝑢𝑛𝑜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𝑑𝑒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𝑙𝑜𝑠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𝑟𝑒𝑠𝑢𝑙𝑡𝑎𝑑𝑜𝑠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𝑝𝑜𝑠𝑖𝑏𝑙𝑒𝑠</m:t>
                      </m:r>
                      <m:r>
                        <a:rPr lang="es-MX" b="0" i="1" smtClean="0">
                          <a:latin typeface="Cambria Math"/>
                        </a:rPr>
                        <m:t>"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9" name="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517232"/>
                <a:ext cx="5821594" cy="369332"/>
              </a:xfrm>
              <a:prstGeom prst="rect">
                <a:avLst/>
              </a:prstGeom>
              <a:blipFill rotWithShape="1"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724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116632"/>
            <a:ext cx="8788669" cy="2448272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091" y="1844824"/>
            <a:ext cx="890890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31" name="1030 CuadroTexto"/>
              <p:cNvSpPr txBox="1"/>
              <p:nvPr/>
            </p:nvSpPr>
            <p:spPr>
              <a:xfrm>
                <a:off x="395536" y="3429000"/>
                <a:ext cx="8274958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𝑆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31" name="103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429000"/>
                <a:ext cx="8274958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2" name="1031 CuadroTexto"/>
              <p:cNvSpPr txBox="1"/>
              <p:nvPr/>
            </p:nvSpPr>
            <p:spPr>
              <a:xfrm>
                <a:off x="71923" y="2636912"/>
                <a:ext cx="4468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𝑐</m:t>
                      </m:r>
                      <m:r>
                        <a:rPr lang="es-MX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32" name="103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3" y="2636912"/>
                <a:ext cx="446854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5 CuadroTexto"/>
              <p:cNvSpPr txBox="1"/>
              <p:nvPr/>
            </p:nvSpPr>
            <p:spPr>
              <a:xfrm>
                <a:off x="827584" y="3933056"/>
                <a:ext cx="815480" cy="6127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933056"/>
                <a:ext cx="815480" cy="6127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8 CuadroTexto"/>
              <p:cNvSpPr txBox="1"/>
              <p:nvPr/>
            </p:nvSpPr>
            <p:spPr>
              <a:xfrm>
                <a:off x="2051720" y="4054756"/>
                <a:ext cx="58215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"</m:t>
                      </m:r>
                      <m:r>
                        <a:rPr lang="es-MX" b="0" i="1" smtClean="0">
                          <a:latin typeface="Cambria Math"/>
                        </a:rPr>
                        <m:t>𝑝𝑟𝑜𝑏𝑎𝑏𝑖𝑙𝑖𝑑𝑎𝑑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𝑑𝑒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𝑐𝑎𝑑𝑎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𝑢𝑛𝑜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𝑑𝑒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𝑙𝑜𝑠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𝑟𝑒𝑠𝑢𝑙𝑡𝑎𝑑𝑜𝑠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𝑝𝑜𝑠𝑖𝑏𝑙𝑒𝑠</m:t>
                      </m:r>
                      <m:r>
                        <a:rPr lang="es-MX" b="0" i="1" smtClean="0">
                          <a:latin typeface="Cambria Math"/>
                        </a:rPr>
                        <m:t>"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9" name="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4054756"/>
                <a:ext cx="5821594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2 CuadroTexto"/>
              <p:cNvSpPr txBox="1"/>
              <p:nvPr/>
            </p:nvSpPr>
            <p:spPr>
              <a:xfrm>
                <a:off x="247732" y="4869160"/>
                <a:ext cx="3607975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𝐴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32" y="4869160"/>
                <a:ext cx="3607975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10 CuadroTexto"/>
              <p:cNvSpPr txBox="1"/>
              <p:nvPr/>
            </p:nvSpPr>
            <p:spPr>
              <a:xfrm>
                <a:off x="1118809" y="5795972"/>
                <a:ext cx="7485639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𝐵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i="1" smtClean="0">
                              <a:latin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1" name="1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809" y="5795972"/>
                <a:ext cx="7485639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50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116632"/>
            <a:ext cx="8788669" cy="2448272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091" y="1844824"/>
            <a:ext cx="890890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31" name="1030 CuadroTexto"/>
              <p:cNvSpPr txBox="1"/>
              <p:nvPr/>
            </p:nvSpPr>
            <p:spPr>
              <a:xfrm>
                <a:off x="183300" y="3212976"/>
                <a:ext cx="8274958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𝑆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31" name="103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00" y="3212976"/>
                <a:ext cx="8274958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2" name="1031 CuadroTexto"/>
              <p:cNvSpPr txBox="1"/>
              <p:nvPr/>
            </p:nvSpPr>
            <p:spPr>
              <a:xfrm>
                <a:off x="71923" y="2636912"/>
                <a:ext cx="4741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𝑑</m:t>
                      </m:r>
                      <m:r>
                        <a:rPr lang="es-MX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32" name="103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3" y="2636912"/>
                <a:ext cx="474104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5 CuadroTexto"/>
              <p:cNvSpPr txBox="1"/>
              <p:nvPr/>
            </p:nvSpPr>
            <p:spPr>
              <a:xfrm>
                <a:off x="615348" y="3717032"/>
                <a:ext cx="815480" cy="6127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48" y="3717032"/>
                <a:ext cx="815480" cy="6127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8 CuadroTexto"/>
              <p:cNvSpPr txBox="1"/>
              <p:nvPr/>
            </p:nvSpPr>
            <p:spPr>
              <a:xfrm>
                <a:off x="1839484" y="3838732"/>
                <a:ext cx="58215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"</m:t>
                      </m:r>
                      <m:r>
                        <a:rPr lang="es-MX" b="0" i="1" smtClean="0">
                          <a:latin typeface="Cambria Math"/>
                        </a:rPr>
                        <m:t>𝑝𝑟𝑜𝑏𝑎𝑏𝑖𝑙𝑖𝑑𝑎𝑑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𝑑𝑒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𝑐𝑎𝑑𝑎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𝑢𝑛𝑜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𝑑𝑒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𝑙𝑜𝑠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𝑟𝑒𝑠𝑢𝑙𝑡𝑎𝑑𝑜𝑠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𝑝𝑜𝑠𝑖𝑏𝑙𝑒𝑠</m:t>
                      </m:r>
                      <m:r>
                        <a:rPr lang="es-MX" b="0" i="1" smtClean="0">
                          <a:latin typeface="Cambria Math"/>
                        </a:rPr>
                        <m:t>"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9" name="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484" y="3838732"/>
                <a:ext cx="5821594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2 CuadroTexto"/>
              <p:cNvSpPr txBox="1"/>
              <p:nvPr/>
            </p:nvSpPr>
            <p:spPr>
              <a:xfrm>
                <a:off x="35496" y="4365104"/>
                <a:ext cx="3607975" cy="36933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𝐴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4365104"/>
                <a:ext cx="3607975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10 CuadroTexto"/>
              <p:cNvSpPr txBox="1"/>
              <p:nvPr/>
            </p:nvSpPr>
            <p:spPr>
              <a:xfrm>
                <a:off x="1550857" y="4725144"/>
                <a:ext cx="7485639" cy="36933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𝐵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</a:rPr>
                            <m:t>;</m:t>
                          </m:r>
                          <m:d>
                            <m:dPr>
                              <m:ctrlPr>
                                <a:rPr lang="es-MX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s-MX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i="1" smtClean="0">
                              <a:latin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1" name="1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857" y="4725144"/>
                <a:ext cx="7485639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3 CuadroTexto"/>
              <p:cNvSpPr txBox="1"/>
              <p:nvPr/>
            </p:nvSpPr>
            <p:spPr>
              <a:xfrm>
                <a:off x="183300" y="5229200"/>
                <a:ext cx="1155188" cy="6127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" name="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00" y="5229200"/>
                <a:ext cx="1155188" cy="6127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11 CuadroTexto"/>
              <p:cNvSpPr txBox="1"/>
              <p:nvPr/>
            </p:nvSpPr>
            <p:spPr>
              <a:xfrm>
                <a:off x="166065" y="5972878"/>
                <a:ext cx="1165575" cy="61087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𝐵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2" name="1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65" y="5972878"/>
                <a:ext cx="1165575" cy="610873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12 CuadroTexto"/>
              <p:cNvSpPr txBox="1"/>
              <p:nvPr/>
            </p:nvSpPr>
            <p:spPr>
              <a:xfrm>
                <a:off x="5806933" y="5229200"/>
                <a:ext cx="1573379" cy="6127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933" y="5229200"/>
                <a:ext cx="1573379" cy="6127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13 CuadroTexto"/>
              <p:cNvSpPr txBox="1"/>
              <p:nvPr/>
            </p:nvSpPr>
            <p:spPr>
              <a:xfrm>
                <a:off x="5806933" y="5912612"/>
                <a:ext cx="1573379" cy="61087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s-MX" i="1">
                              <a:latin typeface="Cambria Math"/>
                              <a:ea typeface="Cambria Math"/>
                            </a:rPr>
                            <m:t>∪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4" name="1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933" y="5912612"/>
                <a:ext cx="1573379" cy="610873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4 CuadroTexto"/>
              <p:cNvSpPr txBox="1"/>
              <p:nvPr/>
            </p:nvSpPr>
            <p:spPr>
              <a:xfrm>
                <a:off x="2051720" y="5494916"/>
                <a:ext cx="7424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𝑂𝑏𝑠</m:t>
                      </m:r>
                      <m:r>
                        <a:rPr lang="es-MX" b="0" i="1" smtClean="0">
                          <a:latin typeface="Cambria Math"/>
                        </a:rPr>
                        <m:t>: 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5" name="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5494916"/>
                <a:ext cx="742446" cy="36933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133" y="5921775"/>
            <a:ext cx="8953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483" y="5936495"/>
            <a:ext cx="2362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662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3" grpId="0" animBg="1"/>
      <p:bldP spid="14" grpId="0" animBg="1"/>
      <p:bldP spid="5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453</Words>
  <Application>Microsoft Office PowerPoint</Application>
  <PresentationFormat>Presentación en pantalla (4:3)</PresentationFormat>
  <Paragraphs>41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Andrea</dc:creator>
  <cp:lastModifiedBy>Andrea</cp:lastModifiedBy>
  <cp:revision>9</cp:revision>
  <dcterms:created xsi:type="dcterms:W3CDTF">2021-05-10T22:42:47Z</dcterms:created>
  <dcterms:modified xsi:type="dcterms:W3CDTF">2021-05-10T23:46:11Z</dcterms:modified>
</cp:coreProperties>
</file>