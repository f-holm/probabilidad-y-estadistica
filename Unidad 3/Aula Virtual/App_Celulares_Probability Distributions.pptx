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9144000" cy="6858000" type="screen4x3"/>
  <p:notesSz cx="6858000" cy="9144000"/>
  <p:defaultTextStyle>
    <a:defPPr>
      <a:defRPr lang="es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U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3A2A3-D80D-4CCC-B91B-E7C9F46776AB}" type="datetimeFigureOut">
              <a:rPr lang="es-US" smtClean="0"/>
              <a:t>9/15/2020</a:t>
            </a:fld>
            <a:endParaRPr lang="es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3CDA4-3FBE-4CD1-9982-D4D986FE5A71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878166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3A2A3-D80D-4CCC-B91B-E7C9F46776AB}" type="datetimeFigureOut">
              <a:rPr lang="es-US" smtClean="0"/>
              <a:t>9/15/2020</a:t>
            </a:fld>
            <a:endParaRPr lang="es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3CDA4-3FBE-4CD1-9982-D4D986FE5A71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569121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3A2A3-D80D-4CCC-B91B-E7C9F46776AB}" type="datetimeFigureOut">
              <a:rPr lang="es-US" smtClean="0"/>
              <a:t>9/15/2020</a:t>
            </a:fld>
            <a:endParaRPr lang="es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3CDA4-3FBE-4CD1-9982-D4D986FE5A71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781973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3A2A3-D80D-4CCC-B91B-E7C9F46776AB}" type="datetimeFigureOut">
              <a:rPr lang="es-US" smtClean="0"/>
              <a:t>9/15/2020</a:t>
            </a:fld>
            <a:endParaRPr lang="es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3CDA4-3FBE-4CD1-9982-D4D986FE5A71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363853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3A2A3-D80D-4CCC-B91B-E7C9F46776AB}" type="datetimeFigureOut">
              <a:rPr lang="es-US" smtClean="0"/>
              <a:t>9/15/2020</a:t>
            </a:fld>
            <a:endParaRPr lang="es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3CDA4-3FBE-4CD1-9982-D4D986FE5A71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43361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3A2A3-D80D-4CCC-B91B-E7C9F46776AB}" type="datetimeFigureOut">
              <a:rPr lang="es-US" smtClean="0"/>
              <a:t>9/15/2020</a:t>
            </a:fld>
            <a:endParaRPr lang="es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3CDA4-3FBE-4CD1-9982-D4D986FE5A71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872371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3A2A3-D80D-4CCC-B91B-E7C9F46776AB}" type="datetimeFigureOut">
              <a:rPr lang="es-US" smtClean="0"/>
              <a:t>9/15/2020</a:t>
            </a:fld>
            <a:endParaRPr lang="es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3CDA4-3FBE-4CD1-9982-D4D986FE5A71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207065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3A2A3-D80D-4CCC-B91B-E7C9F46776AB}" type="datetimeFigureOut">
              <a:rPr lang="es-US" smtClean="0"/>
              <a:t>9/15/2020</a:t>
            </a:fld>
            <a:endParaRPr lang="es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3CDA4-3FBE-4CD1-9982-D4D986FE5A71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926313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3A2A3-D80D-4CCC-B91B-E7C9F46776AB}" type="datetimeFigureOut">
              <a:rPr lang="es-US" smtClean="0"/>
              <a:t>9/15/2020</a:t>
            </a:fld>
            <a:endParaRPr lang="es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3CDA4-3FBE-4CD1-9982-D4D986FE5A71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400481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3A2A3-D80D-4CCC-B91B-E7C9F46776AB}" type="datetimeFigureOut">
              <a:rPr lang="es-US" smtClean="0"/>
              <a:t>9/15/2020</a:t>
            </a:fld>
            <a:endParaRPr lang="es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3CDA4-3FBE-4CD1-9982-D4D986FE5A71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544987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3A2A3-D80D-4CCC-B91B-E7C9F46776AB}" type="datetimeFigureOut">
              <a:rPr lang="es-US" smtClean="0"/>
              <a:t>9/15/2020</a:t>
            </a:fld>
            <a:endParaRPr lang="es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3CDA4-3FBE-4CD1-9982-D4D986FE5A71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614779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F3A2A3-D80D-4CCC-B91B-E7C9F46776AB}" type="datetimeFigureOut">
              <a:rPr lang="es-US" smtClean="0"/>
              <a:t>9/15/2020</a:t>
            </a:fld>
            <a:endParaRPr lang="es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3CDA4-3FBE-4CD1-9982-D4D986FE5A71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36481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2120" y="685800"/>
            <a:ext cx="3084999" cy="54848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cxnSp>
        <p:nvCxnSpPr>
          <p:cNvPr id="5" name="4 Conector recto de flecha"/>
          <p:cNvCxnSpPr/>
          <p:nvPr/>
        </p:nvCxnSpPr>
        <p:spPr>
          <a:xfrm flipH="1" flipV="1">
            <a:off x="5867400" y="1905000"/>
            <a:ext cx="1371600" cy="1066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5 CuadroTexto"/>
          <p:cNvSpPr txBox="1"/>
          <p:nvPr/>
        </p:nvSpPr>
        <p:spPr>
          <a:xfrm>
            <a:off x="5943600" y="2971800"/>
            <a:ext cx="3200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US" dirty="0" smtClean="0"/>
              <a:t>Despliega lista de Distribuciones</a:t>
            </a:r>
            <a:endParaRPr lang="es-US" dirty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781050"/>
            <a:ext cx="942975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2 CuadroTexto"/>
          <p:cNvSpPr txBox="1"/>
          <p:nvPr/>
        </p:nvSpPr>
        <p:spPr>
          <a:xfrm>
            <a:off x="228600" y="228600"/>
            <a:ext cx="490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US" dirty="0" smtClean="0"/>
              <a:t>Aplicación para Celulares: </a:t>
            </a:r>
            <a:r>
              <a:rPr lang="es-US" dirty="0" err="1" smtClean="0"/>
              <a:t>Probability</a:t>
            </a:r>
            <a:r>
              <a:rPr lang="es-US" dirty="0" smtClean="0"/>
              <a:t> </a:t>
            </a:r>
            <a:r>
              <a:rPr lang="es-US" dirty="0" err="1" smtClean="0"/>
              <a:t>Distributions</a:t>
            </a:r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1590981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1" y="13487400"/>
            <a:ext cx="4456506" cy="792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6191" y="457200"/>
            <a:ext cx="3427876" cy="609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5091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522" y="909724"/>
            <a:ext cx="3026478" cy="562865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467544" y="44624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dirty="0" smtClean="0"/>
              <a:t>Aplicación para  celulares</a:t>
            </a:r>
            <a:endParaRPr lang="es-US" dirty="0"/>
          </a:p>
        </p:txBody>
      </p:sp>
      <p:sp>
        <p:nvSpPr>
          <p:cNvPr id="6" name="5 CuadroTexto"/>
          <p:cNvSpPr txBox="1"/>
          <p:nvPr/>
        </p:nvSpPr>
        <p:spPr>
          <a:xfrm>
            <a:off x="2895648" y="432048"/>
            <a:ext cx="2448272" cy="369332"/>
          </a:xfrm>
          <a:prstGeom prst="rect">
            <a:avLst/>
          </a:prstGeom>
          <a:noFill/>
          <a:ln w="2540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US" dirty="0" err="1" smtClean="0"/>
              <a:t>Probability</a:t>
            </a:r>
            <a:r>
              <a:rPr lang="es-US" dirty="0" smtClean="0"/>
              <a:t> </a:t>
            </a:r>
            <a:r>
              <a:rPr lang="es-US" dirty="0" err="1" smtClean="0"/>
              <a:t>Distributions</a:t>
            </a:r>
            <a:endParaRPr lang="es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738146"/>
            <a:ext cx="3115072" cy="59718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cxnSp>
        <p:nvCxnSpPr>
          <p:cNvPr id="7" name="6 Conector recto de flecha"/>
          <p:cNvCxnSpPr/>
          <p:nvPr/>
        </p:nvCxnSpPr>
        <p:spPr>
          <a:xfrm flipV="1">
            <a:off x="2087724" y="3724052"/>
            <a:ext cx="3564396" cy="19909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0434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112520"/>
            <a:ext cx="4317332" cy="5180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2590800" y="1112520"/>
            <a:ext cx="2895600" cy="51807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321687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15</Words>
  <Application>Microsoft Office PowerPoint</Application>
  <PresentationFormat>Presentación en pantalla (4:3)</PresentationFormat>
  <Paragraphs>4</Paragraphs>
  <Slides>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5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Andrea</dc:creator>
  <cp:lastModifiedBy>Andrea</cp:lastModifiedBy>
  <cp:revision>4</cp:revision>
  <dcterms:created xsi:type="dcterms:W3CDTF">2020-05-11T21:24:00Z</dcterms:created>
  <dcterms:modified xsi:type="dcterms:W3CDTF">2020-09-15T15:26:26Z</dcterms:modified>
</cp:coreProperties>
</file>